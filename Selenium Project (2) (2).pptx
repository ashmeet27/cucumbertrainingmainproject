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5" Type="http://schemas.openxmlformats.org/officedocument/2006/relationships/metadata/core-properties" Target="docProps/core0.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60"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 /><Relationship Id="rId13" Type="http://schemas.openxmlformats.org/officeDocument/2006/relationships/slide" Target="slides/slide9.xml" /><Relationship Id="rId18" Type="http://schemas.openxmlformats.org/officeDocument/2006/relationships/viewProps" Target="viewProps.xml" /><Relationship Id="rId3" Type="http://schemas.openxmlformats.org/officeDocument/2006/relationships/slideMaster" Target="slideMasters/slideMaster3.xml" /><Relationship Id="rId7" Type="http://schemas.openxmlformats.org/officeDocument/2006/relationships/slide" Target="slides/slide3.xml" /><Relationship Id="rId12" Type="http://schemas.openxmlformats.org/officeDocument/2006/relationships/slide" Target="slides/slide8.xml" /><Relationship Id="rId17" Type="http://schemas.openxmlformats.org/officeDocument/2006/relationships/presProps" Target="presProps.xml" /><Relationship Id="rId2" Type="http://schemas.openxmlformats.org/officeDocument/2006/relationships/slideMaster" Target="slideMasters/slideMaster2.xml" /><Relationship Id="rId16" Type="http://schemas.openxmlformats.org/officeDocument/2006/relationships/slide" Target="slides/slide12.xml" /><Relationship Id="rId20"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2.xml" /><Relationship Id="rId11" Type="http://schemas.openxmlformats.org/officeDocument/2006/relationships/slide" Target="slides/slide7.xml" /><Relationship Id="rId5" Type="http://schemas.openxmlformats.org/officeDocument/2006/relationships/slide" Target="slides/slide1.xml" /><Relationship Id="rId15" Type="http://schemas.openxmlformats.org/officeDocument/2006/relationships/slide" Target="slides/slide11.xml" /><Relationship Id="rId10" Type="http://schemas.openxmlformats.org/officeDocument/2006/relationships/slide" Target="slides/slide6.xml" /><Relationship Id="rId19" Type="http://schemas.openxmlformats.org/officeDocument/2006/relationships/theme" Target="theme/theme1.xml" /><Relationship Id="rId4" Type="http://schemas.openxmlformats.org/officeDocument/2006/relationships/slideMaster" Target="slideMasters/slideMaster4.xml" /><Relationship Id="rId9" Type="http://schemas.openxmlformats.org/officeDocument/2006/relationships/slide" Target="slides/slide5.xml" /><Relationship Id="rId14" Type="http://schemas.openxmlformats.org/officeDocument/2006/relationships/slide" Target="slides/slide10.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3.png" /><Relationship Id="rId1" Type="http://schemas.openxmlformats.org/officeDocument/2006/relationships/slideMaster" Target="../slideMasters/slideMaster2.xml" /><Relationship Id="rId4" Type="http://schemas.openxmlformats.org/officeDocument/2006/relationships/image" Target="../media/image2.png"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2.xml" /><Relationship Id="rId4" Type="http://schemas.openxmlformats.org/officeDocument/2006/relationships/image" Target="../media/image1.png"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bit.ly/2TyoMsr" TargetMode="External" /><Relationship Id="rId7" Type="http://schemas.openxmlformats.org/officeDocument/2006/relationships/image" Target="../media/image3.png" /><Relationship Id="rId2" Type="http://schemas.openxmlformats.org/officeDocument/2006/relationships/hyperlink" Target="http://bit.ly/2Tynxth" TargetMode="External" /><Relationship Id="rId1" Type="http://schemas.openxmlformats.org/officeDocument/2006/relationships/slideMaster" Target="../slideMasters/slideMaster2.xml" /><Relationship Id="rId6" Type="http://schemas.openxmlformats.org/officeDocument/2006/relationships/image" Target="../media/image2.png" /><Relationship Id="rId5" Type="http://schemas.openxmlformats.org/officeDocument/2006/relationships/image" Target="../media/image1.png" /><Relationship Id="rId4" Type="http://schemas.openxmlformats.org/officeDocument/2006/relationships/hyperlink" Target="http://bit.ly/2TtBDfr" TargetMode="External" /></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bit.ly/2TyoMsr" TargetMode="External" /><Relationship Id="rId7" Type="http://schemas.openxmlformats.org/officeDocument/2006/relationships/image" Target="../media/image3.png" /><Relationship Id="rId2" Type="http://schemas.openxmlformats.org/officeDocument/2006/relationships/hyperlink" Target="http://bit.ly/2Tynxth" TargetMode="External" /><Relationship Id="rId1" Type="http://schemas.openxmlformats.org/officeDocument/2006/relationships/slideMaster" Target="../slideMasters/slideMaster2.xml" /><Relationship Id="rId6" Type="http://schemas.openxmlformats.org/officeDocument/2006/relationships/image" Target="../media/image2.png" /><Relationship Id="rId5" Type="http://schemas.openxmlformats.org/officeDocument/2006/relationships/image" Target="../media/image1.png" /><Relationship Id="rId4" Type="http://schemas.openxmlformats.org/officeDocument/2006/relationships/hyperlink" Target="http://bit.ly/2TtBDfr" TargetMode="External" /></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Master" Target="../slideMasters/slideMaster2.xml" /></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2.xml" /><Relationship Id="rId4" Type="http://schemas.openxmlformats.org/officeDocument/2006/relationships/image" Target="../media/image1.png" /></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2.xml" /><Relationship Id="rId4" Type="http://schemas.openxmlformats.org/officeDocument/2006/relationships/image" Target="../media/image1.png"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Master" Target="../slideMasters/slideMaster3.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3.xml" /></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Master" Target="../slideMasters/slideMaster3.xml" /><Relationship Id="rId4" Type="http://schemas.openxmlformats.org/officeDocument/2006/relationships/image" Target="../media/image1.png"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3.xml" /></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png" /><Relationship Id="rId1" Type="http://schemas.openxmlformats.org/officeDocument/2006/relationships/slideMaster" Target="../slideMasters/slideMaster3.xml" /></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png" /><Relationship Id="rId1" Type="http://schemas.openxmlformats.org/officeDocument/2006/relationships/slideMaster" Target="../slideMasters/slideMaster3.xml" /></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png" /><Relationship Id="rId1" Type="http://schemas.openxmlformats.org/officeDocument/2006/relationships/slideMaster" Target="../slideMasters/slideMaster3.xml" /></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2.png" /><Relationship Id="rId1" Type="http://schemas.openxmlformats.org/officeDocument/2006/relationships/slideMaster" Target="../slideMasters/slideMaster3.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8" name="PlaceHolder 1"/>
          <p:cNvSpPr>
            <a:spLocks noGrp="1"/>
          </p:cNvSpPr>
          <p:nvPr>
            <p:ph type="title"/>
          </p:nvPr>
        </p:nvSpPr>
        <p:spPr>
          <a:xfrm>
            <a:off x="2125800" y="723600"/>
            <a:ext cx="4892040" cy="1158120"/>
          </a:xfrm>
          <a:prstGeom prst="rect">
            <a:avLst/>
          </a:prstGeom>
          <a:noFill/>
          <a:ln w="0">
            <a:noFill/>
          </a:ln>
        </p:spPr>
        <p:txBody>
          <a:bodyPr lIns="0" tIns="0" rIns="0" bIns="0" anchor="ctr">
            <a:spAutoFit/>
          </a:bodyPr>
          <a:lstStyle/>
          <a:p>
            <a:pPr indent="0">
              <a:buNone/>
            </a:pPr>
            <a:endParaRPr lang="fr-FR" sz="1800" b="0" u="none" strike="noStrike">
              <a:solidFill>
                <a:schemeClr val="dk1"/>
              </a:solidFill>
              <a:effectLst/>
              <a:uFillTx/>
              <a:latin typeface="Arial"/>
            </a:endParaRPr>
          </a:p>
        </p:txBody>
      </p:sp>
      <p:sp>
        <p:nvSpPr>
          <p:cNvPr id="9" name="PlaceHolder 2"/>
          <p:cNvSpPr>
            <a:spLocks noGrp="1"/>
          </p:cNvSpPr>
          <p:nvPr>
            <p:ph type="subTitle"/>
          </p:nvPr>
        </p:nvSpPr>
        <p:spPr>
          <a:xfrm>
            <a:off x="457200" y="1203480"/>
            <a:ext cx="8229240" cy="2982960"/>
          </a:xfrm>
          <a:prstGeom prst="rect">
            <a:avLst/>
          </a:prstGeom>
          <a:noFill/>
          <a:ln w="0">
            <a:noFill/>
          </a:ln>
        </p:spPr>
        <p:txBody>
          <a:bodyPr lIns="0" tIns="0" rIns="0" bIns="0" anchor="ctr">
            <a:spAutoFit/>
          </a:bodyPr>
          <a:lstStyle/>
          <a:p>
            <a:pPr indent="0" algn="ctr">
              <a:buNone/>
            </a:pPr>
            <a:endParaRPr lang="en-US" sz="3200" b="0" u="none" strike="noStrike">
              <a:solidFill>
                <a:srgbClr val="000000"/>
              </a:solidFill>
              <a:effectLst/>
              <a:uFillTx/>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2043360" y="1699560"/>
            <a:ext cx="5056920" cy="1063800"/>
          </a:xfrm>
          <a:prstGeom prst="rect">
            <a:avLst/>
          </a:prstGeom>
          <a:noFill/>
          <a:ln w="0">
            <a:noFill/>
          </a:ln>
        </p:spPr>
        <p:txBody>
          <a:bodyPr lIns="91440" tIns="91440" rIns="91440" bIns="91440" anchor="b">
            <a:noAutofit/>
          </a:bodyPr>
          <a:lstStyle/>
          <a:p>
            <a:pPr indent="0" algn="ctr">
              <a:lnSpc>
                <a:spcPct val="100000"/>
              </a:lnSpc>
              <a:buNone/>
            </a:pPr>
            <a:r>
              <a:rPr lang="fr-FR" sz="6000" b="1" u="none" strike="noStrike">
                <a:solidFill>
                  <a:schemeClr val="dk1"/>
                </a:solidFill>
                <a:effectLst/>
                <a:uFillTx/>
                <a:latin typeface="Raleway"/>
                <a:ea typeface="Raleway"/>
              </a:rPr>
              <a:t>xx%</a:t>
            </a:r>
            <a:endParaRPr lang="fr-FR" sz="6000" b="0" u="none" strike="noStrike">
              <a:solidFill>
                <a:schemeClr val="dk1"/>
              </a:solidFill>
              <a:effectLst/>
              <a:uFillTx/>
              <a:latin typeface="Arial"/>
            </a:endParaRPr>
          </a:p>
        </p:txBody>
      </p:sp>
      <p:sp>
        <p:nvSpPr>
          <p:cNvPr id="11" name="Google Shape;70;p11"/>
          <p:cNvSpPr/>
          <p:nvPr/>
        </p:nvSpPr>
        <p:spPr>
          <a:xfrm>
            <a:off x="-1493640" y="1642320"/>
            <a:ext cx="2890440" cy="3619800"/>
          </a:xfrm>
          <a:prstGeom prst="round2SameRect">
            <a:avLst>
              <a:gd name="adj1" fmla="val 50000"/>
              <a:gd name="adj2" fmla="val 0"/>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grpSp>
        <p:nvGrpSpPr>
          <p:cNvPr id="12" name="Google Shape;71;p11"/>
          <p:cNvGrpSpPr/>
          <p:nvPr/>
        </p:nvGrpSpPr>
        <p:grpSpPr>
          <a:xfrm>
            <a:off x="-3010320" y="-2377800"/>
            <a:ext cx="14501520" cy="9579240"/>
            <a:chOff x="-3010320" y="-2377800"/>
            <a:chExt cx="14501520" cy="9579240"/>
          </a:xfrm>
        </p:grpSpPr>
        <p:pic>
          <p:nvPicPr>
            <p:cNvPr id="13" name="Google Shape;72;p11"/>
            <p:cNvPicPr/>
            <p:nvPr/>
          </p:nvPicPr>
          <p:blipFill>
            <a:blip r:embed="rId2">
              <a:alphaModFix amt="67000"/>
            </a:blip>
            <a:srcRect l="5148" r="5141"/>
            <a:stretch/>
          </p:blipFill>
          <p:spPr>
            <a:xfrm rot="1800000">
              <a:off x="7194960" y="2329560"/>
              <a:ext cx="3453480" cy="4295880"/>
            </a:xfrm>
            <a:prstGeom prst="rect">
              <a:avLst/>
            </a:prstGeom>
            <a:noFill/>
            <a:ln w="0">
              <a:noFill/>
            </a:ln>
          </p:spPr>
        </p:pic>
        <p:pic>
          <p:nvPicPr>
            <p:cNvPr id="14" name="Google Shape;73;p11"/>
            <p:cNvPicPr/>
            <p:nvPr/>
          </p:nvPicPr>
          <p:blipFill>
            <a:blip r:embed="rId3"/>
            <a:stretch/>
          </p:blipFill>
          <p:spPr>
            <a:xfrm>
              <a:off x="5366880" y="3171240"/>
              <a:ext cx="4082760" cy="3464640"/>
            </a:xfrm>
            <a:prstGeom prst="rect">
              <a:avLst/>
            </a:prstGeom>
            <a:noFill/>
            <a:ln w="0">
              <a:noFill/>
            </a:ln>
          </p:spPr>
        </p:pic>
        <p:pic>
          <p:nvPicPr>
            <p:cNvPr id="15" name="Google Shape;74;p11"/>
            <p:cNvPicPr/>
            <p:nvPr/>
          </p:nvPicPr>
          <p:blipFill>
            <a:blip r:embed="rId4">
              <a:alphaModFix amt="49000"/>
            </a:blip>
            <a:srcRect l="-2360" t="1001" r="-677" b="-1001"/>
            <a:stretch/>
          </p:blipFill>
          <p:spPr>
            <a:xfrm rot="2434200">
              <a:off x="-2030040" y="-1708560"/>
              <a:ext cx="3673080" cy="4371840"/>
            </a:xfrm>
            <a:prstGeom prst="rect">
              <a:avLst/>
            </a:prstGeom>
            <a:noFill/>
            <a:ln w="0">
              <a:noFill/>
            </a:ln>
          </p:spPr>
        </p:pic>
      </p:grpSp>
      <p:sp>
        <p:nvSpPr>
          <p:cNvPr id="16" name="Google Shape;75;p11"/>
          <p:cNvSpPr/>
          <p:nvPr/>
        </p:nvSpPr>
        <p:spPr>
          <a:xfrm>
            <a:off x="7457040" y="289800"/>
            <a:ext cx="2296800" cy="67536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923760" y="1249200"/>
            <a:ext cx="4889520" cy="132228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grpSp>
        <p:nvGrpSpPr>
          <p:cNvPr id="31" name="Google Shape;98;p14"/>
          <p:cNvGrpSpPr/>
          <p:nvPr/>
        </p:nvGrpSpPr>
        <p:grpSpPr>
          <a:xfrm>
            <a:off x="-991800" y="-1481400"/>
            <a:ext cx="11997720" cy="8640720"/>
            <a:chOff x="-991800" y="-1481400"/>
            <a:chExt cx="11997720" cy="8640720"/>
          </a:xfrm>
        </p:grpSpPr>
        <p:pic>
          <p:nvPicPr>
            <p:cNvPr id="32" name="Google Shape;99;p14"/>
            <p:cNvPicPr/>
            <p:nvPr/>
          </p:nvPicPr>
          <p:blipFill>
            <a:blip r:embed="rId2">
              <a:alphaModFix amt="61000"/>
            </a:blip>
            <a:stretch/>
          </p:blipFill>
          <p:spPr>
            <a:xfrm rot="1800000">
              <a:off x="6252120" y="4024080"/>
              <a:ext cx="3297600" cy="2365560"/>
            </a:xfrm>
            <a:prstGeom prst="rect">
              <a:avLst/>
            </a:prstGeom>
            <a:noFill/>
            <a:ln w="0">
              <a:noFill/>
            </a:ln>
          </p:spPr>
        </p:pic>
        <p:pic>
          <p:nvPicPr>
            <p:cNvPr id="33" name="Google Shape;100;p14"/>
            <p:cNvPicPr/>
            <p:nvPr/>
          </p:nvPicPr>
          <p:blipFill>
            <a:blip r:embed="rId3">
              <a:alphaModFix amt="67000"/>
            </a:blip>
            <a:srcRect l="5148" r="5141"/>
            <a:stretch/>
          </p:blipFill>
          <p:spPr>
            <a:xfrm rot="1800000">
              <a:off x="6709680" y="2287440"/>
              <a:ext cx="3453480" cy="4295880"/>
            </a:xfrm>
            <a:prstGeom prst="rect">
              <a:avLst/>
            </a:prstGeom>
            <a:noFill/>
            <a:ln w="0">
              <a:noFill/>
            </a:ln>
          </p:spPr>
        </p:pic>
        <p:pic>
          <p:nvPicPr>
            <p:cNvPr id="34" name="Google Shape;101;p14"/>
            <p:cNvPicPr/>
            <p:nvPr/>
          </p:nvPicPr>
          <p:blipFill>
            <a:blip r:embed="rId4"/>
            <a:stretch/>
          </p:blipFill>
          <p:spPr>
            <a:xfrm>
              <a:off x="-991800" y="-1481400"/>
              <a:ext cx="4082760" cy="3464640"/>
            </a:xfrm>
            <a:prstGeom prst="rect">
              <a:avLst/>
            </a:prstGeom>
            <a:noFill/>
            <a:ln w="0">
              <a:noFill/>
            </a:ln>
          </p:spPr>
        </p:pic>
      </p:grpSp>
      <p:sp>
        <p:nvSpPr>
          <p:cNvPr id="35"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grpSp>
        <p:nvGrpSpPr>
          <p:cNvPr id="63" name="Google Shape;147;p20"/>
          <p:cNvGrpSpPr/>
          <p:nvPr/>
        </p:nvGrpSpPr>
        <p:grpSpPr>
          <a:xfrm>
            <a:off x="-1635480" y="-3094920"/>
            <a:ext cx="13986360" cy="9857520"/>
            <a:chOff x="-1635480" y="-3094920"/>
            <a:chExt cx="13986360" cy="9857520"/>
          </a:xfrm>
        </p:grpSpPr>
        <p:pic>
          <p:nvPicPr>
            <p:cNvPr id="64" name="Google Shape;148;p20"/>
            <p:cNvPicPr/>
            <p:nvPr/>
          </p:nvPicPr>
          <p:blipFill>
            <a:blip r:embed="rId2">
              <a:alphaModFix amt="49000"/>
            </a:blip>
            <a:srcRect l="-2360" t="1001" r="-677" b="-1001"/>
            <a:stretch/>
          </p:blipFill>
          <p:spPr>
            <a:xfrm rot="2434200">
              <a:off x="7697520" y="-2425680"/>
              <a:ext cx="3673080" cy="4371840"/>
            </a:xfrm>
            <a:prstGeom prst="rect">
              <a:avLst/>
            </a:prstGeom>
            <a:noFill/>
            <a:ln w="0">
              <a:noFill/>
            </a:ln>
          </p:spPr>
        </p:pic>
        <p:pic>
          <p:nvPicPr>
            <p:cNvPr id="65" name="Google Shape;149;p20"/>
            <p:cNvPicPr/>
            <p:nvPr/>
          </p:nvPicPr>
          <p:blipFill>
            <a:blip r:embed="rId3"/>
            <a:stretch/>
          </p:blipFill>
          <p:spPr>
            <a:xfrm>
              <a:off x="-1635480" y="3297960"/>
              <a:ext cx="4082760" cy="3464640"/>
            </a:xfrm>
            <a:prstGeom prst="rect">
              <a:avLst/>
            </a:prstGeom>
            <a:noFill/>
            <a:ln w="0">
              <a:noFill/>
            </a:ln>
          </p:spPr>
        </p:pic>
      </p:grpSp>
      <p:sp>
        <p:nvSpPr>
          <p:cNvPr id="6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1732680" y="2106000"/>
            <a:ext cx="5416920" cy="1551240"/>
          </a:xfrm>
          <a:prstGeom prst="rect">
            <a:avLst/>
          </a:prstGeom>
          <a:noFill/>
          <a:ln w="0">
            <a:noFill/>
          </a:ln>
        </p:spPr>
        <p:txBody>
          <a:bodyPr lIns="91440" tIns="91440" rIns="91440" bIns="91440" anchor="b">
            <a:noAutofit/>
          </a:bodyPr>
          <a:lstStyle/>
          <a:p>
            <a:pPr indent="0">
              <a:buNone/>
            </a:pPr>
            <a:r>
              <a:rPr lang="fr-FR" sz="4700" b="0" u="none" strike="noStrike">
                <a:solidFill>
                  <a:schemeClr val="dk1"/>
                </a:solidFill>
                <a:effectLst/>
                <a:uFillTx/>
                <a:latin typeface="Arial"/>
              </a:rPr>
              <a:t>Click to edit the title text format</a:t>
            </a:r>
          </a:p>
        </p:txBody>
      </p:sp>
      <p:sp>
        <p:nvSpPr>
          <p:cNvPr id="68" name="PlaceHolder 2"/>
          <p:cNvSpPr>
            <a:spLocks noGrp="1"/>
          </p:cNvSpPr>
          <p:nvPr>
            <p:ph type="title"/>
          </p:nvPr>
        </p:nvSpPr>
        <p:spPr>
          <a:xfrm>
            <a:off x="3148200" y="934200"/>
            <a:ext cx="1222920" cy="955440"/>
          </a:xfrm>
          <a:prstGeom prst="rect">
            <a:avLst/>
          </a:prstGeom>
          <a:noFill/>
          <a:ln w="0">
            <a:noFill/>
          </a:ln>
        </p:spPr>
        <p:txBody>
          <a:bodyPr lIns="91440" tIns="91440" rIns="91440" bIns="91440" anchor="ctr">
            <a:noAutofit/>
          </a:bodyPr>
          <a:lstStyle/>
          <a:p>
            <a:pPr indent="0" algn="ctr">
              <a:lnSpc>
                <a:spcPct val="100000"/>
              </a:lnSpc>
              <a:buNone/>
            </a:pPr>
            <a:r>
              <a:rPr lang="fr-FR" sz="4800" b="1" u="none" strike="noStrike">
                <a:solidFill>
                  <a:schemeClr val="dk1"/>
                </a:solidFill>
                <a:effectLst/>
                <a:uFillTx/>
                <a:latin typeface="Raleway"/>
                <a:ea typeface="Raleway"/>
              </a:rPr>
              <a:t>xx%</a:t>
            </a:r>
            <a:endParaRPr lang="fr-FR" sz="4800" b="0" u="none" strike="noStrike">
              <a:solidFill>
                <a:schemeClr val="dk1"/>
              </a:solidFill>
              <a:effectLst/>
              <a:uFillTx/>
              <a:latin typeface="Arial"/>
            </a:endParaRPr>
          </a:p>
        </p:txBody>
      </p:sp>
      <p:sp>
        <p:nvSpPr>
          <p:cNvPr id="69" name="PlaceHolder 3"/>
          <p:cNvSpPr>
            <a:spLocks noGrp="1"/>
          </p:cNvSpPr>
          <p:nvPr>
            <p:ph type="body"/>
          </p:nvPr>
        </p:nvSpPr>
        <p:spPr>
          <a:xfrm>
            <a:off x="5328360" y="847080"/>
            <a:ext cx="2489040" cy="3449160"/>
          </a:xfrm>
          <a:prstGeom prst="rect">
            <a:avLst/>
          </a:prstGeom>
          <a:noFill/>
          <a:ln w="0">
            <a:noFill/>
          </a:ln>
        </p:spPr>
        <p:txBody>
          <a:bodyPr lIns="90000" tIns="45000" rIns="90000" bIns="45000" anchor="t">
            <a:normAutofit fontScale="3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grpSp>
        <p:nvGrpSpPr>
          <p:cNvPr id="70" name="Google Shape;22;p3"/>
          <p:cNvGrpSpPr/>
          <p:nvPr/>
        </p:nvGrpSpPr>
        <p:grpSpPr>
          <a:xfrm>
            <a:off x="-1909800" y="-1624320"/>
            <a:ext cx="12680640" cy="8648640"/>
            <a:chOff x="-1909800" y="-1624320"/>
            <a:chExt cx="12680640" cy="8648640"/>
          </a:xfrm>
        </p:grpSpPr>
        <p:pic>
          <p:nvPicPr>
            <p:cNvPr id="71" name="Google Shape;23;p3"/>
            <p:cNvPicPr/>
            <p:nvPr/>
          </p:nvPicPr>
          <p:blipFill>
            <a:blip r:embed="rId2">
              <a:alphaModFix amt="49000"/>
            </a:blip>
            <a:srcRect l="-2360" t="1001" r="12717" b="-1001"/>
            <a:stretch/>
          </p:blipFill>
          <p:spPr>
            <a:xfrm>
              <a:off x="7575480" y="-1624320"/>
              <a:ext cx="3195360" cy="4371840"/>
            </a:xfrm>
            <a:prstGeom prst="rect">
              <a:avLst/>
            </a:prstGeom>
            <a:noFill/>
            <a:ln w="0">
              <a:noFill/>
            </a:ln>
          </p:spPr>
        </p:pic>
        <p:pic>
          <p:nvPicPr>
            <p:cNvPr id="72" name="Google Shape;24;p3"/>
            <p:cNvPicPr/>
            <p:nvPr/>
          </p:nvPicPr>
          <p:blipFill>
            <a:blip r:embed="rId3"/>
            <a:stretch/>
          </p:blipFill>
          <p:spPr>
            <a:xfrm>
              <a:off x="-1909800" y="2156760"/>
              <a:ext cx="5003640" cy="4867560"/>
            </a:xfrm>
            <a:prstGeom prst="rect">
              <a:avLst/>
            </a:prstGeom>
            <a:noFill/>
            <a:ln w="0">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USTOM_7">
    <p:bg>
      <p:bgPr>
        <a:solidFill>
          <a:schemeClr val="lt1"/>
        </a:solidFill>
        <a:effectLst/>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2125800" y="723600"/>
            <a:ext cx="4892040" cy="1158120"/>
          </a:xfrm>
          <a:prstGeom prst="rect">
            <a:avLst/>
          </a:prstGeom>
          <a:noFill/>
          <a:ln w="0">
            <a:noFill/>
          </a:ln>
        </p:spPr>
        <p:txBody>
          <a:bodyPr lIns="91440" tIns="91440" rIns="91440" bIns="91440" anchor="ctr">
            <a:noAutofit/>
          </a:bodyPr>
          <a:lstStyle/>
          <a:p>
            <a:pPr indent="0">
              <a:buNone/>
            </a:pPr>
            <a:r>
              <a:rPr lang="fr-FR" sz="7200" b="0" u="none" strike="noStrike">
                <a:solidFill>
                  <a:schemeClr val="dk1"/>
                </a:solidFill>
                <a:effectLst/>
                <a:uFillTx/>
                <a:latin typeface="Arial"/>
              </a:rPr>
              <a:t>Click to edit the title text format</a:t>
            </a:r>
          </a:p>
        </p:txBody>
      </p:sp>
      <p:sp>
        <p:nvSpPr>
          <p:cNvPr id="74" name="Google Shape;154;p21"/>
          <p:cNvSpPr/>
          <p:nvPr/>
        </p:nvSpPr>
        <p:spPr>
          <a:xfrm>
            <a:off x="2125800" y="3612600"/>
            <a:ext cx="4892040" cy="55368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spcBef>
                <a:spcPts val="300"/>
              </a:spcBef>
              <a:tabLst>
                <a:tab pos="0" algn="l"/>
              </a:tabLst>
            </a:pPr>
            <a:r>
              <a:rPr lang="en" sz="1000" b="0" u="none" strike="noStrike">
                <a:solidFill>
                  <a:schemeClr val="dk1"/>
                </a:solidFill>
                <a:effectLst/>
                <a:uFillTx/>
                <a:latin typeface="Open Sans"/>
                <a:ea typeface="Open Sans"/>
              </a:rPr>
              <a:t>CREDITS: This presentation template was created by </a:t>
            </a:r>
            <a:r>
              <a:rPr lang="en" sz="1000" b="1" u="sng" strike="noStrike">
                <a:solidFill>
                  <a:schemeClr val="dk1"/>
                </a:solidFill>
                <a:effectLst/>
                <a:uFillTx/>
                <a:latin typeface="Open Sans"/>
                <a:ea typeface="Open Sans"/>
                <a:hlinkClick r:id="rId2"/>
              </a:rPr>
              <a:t>Slidesgo</a:t>
            </a:r>
            <a:r>
              <a:rPr lang="en" sz="1000" b="0" u="none" strike="noStrike">
                <a:solidFill>
                  <a:schemeClr val="dk1"/>
                </a:solidFill>
                <a:effectLst/>
                <a:uFillTx/>
                <a:latin typeface="Open Sans"/>
                <a:ea typeface="Open Sans"/>
              </a:rPr>
              <a:t>, and includes icons by </a:t>
            </a:r>
            <a:r>
              <a:rPr lang="en" sz="1000" b="1" u="sng" strike="noStrike">
                <a:solidFill>
                  <a:schemeClr val="dk1"/>
                </a:solidFill>
                <a:effectLst/>
                <a:uFillTx/>
                <a:latin typeface="Open Sans"/>
                <a:ea typeface="Open Sans"/>
                <a:hlinkClick r:id="rId3"/>
              </a:rPr>
              <a:t>Flaticon</a:t>
            </a:r>
            <a:r>
              <a:rPr lang="en" sz="1000" b="0" u="none" strike="noStrike">
                <a:solidFill>
                  <a:schemeClr val="dk1"/>
                </a:solidFill>
                <a:effectLst/>
                <a:uFillTx/>
                <a:latin typeface="Open Sans"/>
                <a:ea typeface="Open Sans"/>
              </a:rPr>
              <a:t>, and infographics &amp; images by </a:t>
            </a:r>
            <a:r>
              <a:rPr lang="en" sz="1000" b="1" u="sng" strike="noStrike">
                <a:solidFill>
                  <a:schemeClr val="dk1"/>
                </a:solidFill>
                <a:effectLst/>
                <a:uFillTx/>
                <a:latin typeface="Open Sans"/>
                <a:ea typeface="Open Sans"/>
                <a:hlinkClick r:id="rId4"/>
              </a:rPr>
              <a:t>Freepik</a:t>
            </a:r>
            <a:endParaRPr lang="en-US" sz="1000" b="0" u="none" strike="noStrike">
              <a:solidFill>
                <a:srgbClr val="000000"/>
              </a:solidFill>
              <a:effectLst/>
              <a:uFillTx/>
              <a:latin typeface="OpenSymbol"/>
            </a:endParaRPr>
          </a:p>
        </p:txBody>
      </p:sp>
      <p:grpSp>
        <p:nvGrpSpPr>
          <p:cNvPr id="75" name="Google Shape;155;p21"/>
          <p:cNvGrpSpPr/>
          <p:nvPr/>
        </p:nvGrpSpPr>
        <p:grpSpPr>
          <a:xfrm>
            <a:off x="-1667160" y="-1217520"/>
            <a:ext cx="12423240" cy="7054560"/>
            <a:chOff x="-1667160" y="-1217520"/>
            <a:chExt cx="12423240" cy="7054560"/>
          </a:xfrm>
        </p:grpSpPr>
        <p:pic>
          <p:nvPicPr>
            <p:cNvPr id="76" name="Google Shape;156;p21"/>
            <p:cNvPicPr/>
            <p:nvPr/>
          </p:nvPicPr>
          <p:blipFill>
            <a:blip r:embed="rId5"/>
            <a:stretch/>
          </p:blipFill>
          <p:spPr>
            <a:xfrm>
              <a:off x="-1667160" y="-1217520"/>
              <a:ext cx="4082760" cy="3464640"/>
            </a:xfrm>
            <a:prstGeom prst="rect">
              <a:avLst/>
            </a:prstGeom>
            <a:noFill/>
            <a:ln w="0">
              <a:noFill/>
            </a:ln>
          </p:spPr>
        </p:pic>
        <p:pic>
          <p:nvPicPr>
            <p:cNvPr id="77" name="Google Shape;157;p21"/>
            <p:cNvPicPr/>
            <p:nvPr/>
          </p:nvPicPr>
          <p:blipFill>
            <a:blip r:embed="rId6">
              <a:alphaModFix amt="88000"/>
            </a:blip>
            <a:stretch/>
          </p:blipFill>
          <p:spPr>
            <a:xfrm>
              <a:off x="7458480" y="3070440"/>
              <a:ext cx="3297600" cy="2766600"/>
            </a:xfrm>
            <a:prstGeom prst="rect">
              <a:avLst/>
            </a:prstGeom>
            <a:noFill/>
            <a:ln w="0">
              <a:noFill/>
            </a:ln>
          </p:spPr>
        </p:pic>
        <p:pic>
          <p:nvPicPr>
            <p:cNvPr id="78" name="Google Shape;158;p21"/>
            <p:cNvPicPr/>
            <p:nvPr/>
          </p:nvPicPr>
          <p:blipFill>
            <a:blip r:embed="rId7">
              <a:alphaModFix amt="67000"/>
            </a:blip>
            <a:srcRect l="5148" r="5141"/>
            <a:stretch/>
          </p:blipFill>
          <p:spPr>
            <a:xfrm>
              <a:off x="6567120" y="2202480"/>
              <a:ext cx="3453480" cy="3359520"/>
            </a:xfrm>
            <a:prstGeom prst="rect">
              <a:avLst/>
            </a:prstGeom>
            <a:noFill/>
            <a:ln w="0">
              <a:noFill/>
            </a:ln>
          </p:spPr>
        </p:pic>
      </p:grpSp>
      <p:sp>
        <p:nvSpPr>
          <p:cNvPr id="79" name="Google Shape;159;p21"/>
          <p:cNvSpPr/>
          <p:nvPr/>
        </p:nvSpPr>
        <p:spPr>
          <a:xfrm>
            <a:off x="-1698840" y="474840"/>
            <a:ext cx="2800800" cy="2800800"/>
          </a:xfrm>
          <a:prstGeom prst="round2SameRect">
            <a:avLst>
              <a:gd name="adj1" fmla="val 50000"/>
              <a:gd name="adj2" fmla="val 0"/>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2125800" y="723600"/>
            <a:ext cx="4892040" cy="1158120"/>
          </a:xfrm>
          <a:prstGeom prst="rect">
            <a:avLst/>
          </a:prstGeom>
          <a:noFill/>
          <a:ln w="0">
            <a:noFill/>
          </a:ln>
        </p:spPr>
        <p:txBody>
          <a:bodyPr lIns="91440" tIns="91440" rIns="91440" bIns="91440" anchor="ctr">
            <a:noAutofit/>
          </a:bodyPr>
          <a:lstStyle/>
          <a:p>
            <a:pPr indent="0">
              <a:buNone/>
            </a:pPr>
            <a:r>
              <a:rPr lang="fr-FR" sz="7200" b="0" u="none" strike="noStrike">
                <a:solidFill>
                  <a:schemeClr val="dk1"/>
                </a:solidFill>
                <a:effectLst/>
                <a:uFillTx/>
                <a:latin typeface="Arial"/>
              </a:rPr>
              <a:t>Click to edit the title text format</a:t>
            </a:r>
          </a:p>
        </p:txBody>
      </p:sp>
      <p:sp>
        <p:nvSpPr>
          <p:cNvPr id="74" name="Google Shape;154;p21"/>
          <p:cNvSpPr/>
          <p:nvPr/>
        </p:nvSpPr>
        <p:spPr>
          <a:xfrm>
            <a:off x="2125800" y="3612600"/>
            <a:ext cx="4892040" cy="55368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spcBef>
                <a:spcPts val="300"/>
              </a:spcBef>
              <a:tabLst>
                <a:tab pos="0" algn="l"/>
              </a:tabLst>
            </a:pPr>
            <a:r>
              <a:rPr lang="en" sz="1000" b="0" u="none" strike="noStrike">
                <a:solidFill>
                  <a:schemeClr val="dk1"/>
                </a:solidFill>
                <a:effectLst/>
                <a:uFillTx/>
                <a:latin typeface="Open Sans"/>
                <a:ea typeface="Open Sans"/>
              </a:rPr>
              <a:t>CREDITS: This presentation template was created by </a:t>
            </a:r>
            <a:r>
              <a:rPr lang="en" sz="1000" b="1" u="sng" strike="noStrike">
                <a:solidFill>
                  <a:schemeClr val="dk1"/>
                </a:solidFill>
                <a:effectLst/>
                <a:uFillTx/>
                <a:latin typeface="Open Sans"/>
                <a:ea typeface="Open Sans"/>
                <a:hlinkClick r:id="rId2"/>
              </a:rPr>
              <a:t>Slidesgo</a:t>
            </a:r>
            <a:r>
              <a:rPr lang="en" sz="1000" b="0" u="none" strike="noStrike">
                <a:solidFill>
                  <a:schemeClr val="dk1"/>
                </a:solidFill>
                <a:effectLst/>
                <a:uFillTx/>
                <a:latin typeface="Open Sans"/>
                <a:ea typeface="Open Sans"/>
              </a:rPr>
              <a:t>, and includes icons by </a:t>
            </a:r>
            <a:r>
              <a:rPr lang="en" sz="1000" b="1" u="sng" strike="noStrike">
                <a:solidFill>
                  <a:schemeClr val="dk1"/>
                </a:solidFill>
                <a:effectLst/>
                <a:uFillTx/>
                <a:latin typeface="Open Sans"/>
                <a:ea typeface="Open Sans"/>
                <a:hlinkClick r:id="rId3"/>
              </a:rPr>
              <a:t>Flaticon</a:t>
            </a:r>
            <a:r>
              <a:rPr lang="en" sz="1000" b="0" u="none" strike="noStrike">
                <a:solidFill>
                  <a:schemeClr val="dk1"/>
                </a:solidFill>
                <a:effectLst/>
                <a:uFillTx/>
                <a:latin typeface="Open Sans"/>
                <a:ea typeface="Open Sans"/>
              </a:rPr>
              <a:t>, and infographics &amp; images by </a:t>
            </a:r>
            <a:r>
              <a:rPr lang="en" sz="1000" b="1" u="sng" strike="noStrike">
                <a:solidFill>
                  <a:schemeClr val="dk1"/>
                </a:solidFill>
                <a:effectLst/>
                <a:uFillTx/>
                <a:latin typeface="Open Sans"/>
                <a:ea typeface="Open Sans"/>
                <a:hlinkClick r:id="rId4"/>
              </a:rPr>
              <a:t>Freepik</a:t>
            </a:r>
            <a:endParaRPr lang="en-US" sz="1000" b="0" u="none" strike="noStrike">
              <a:solidFill>
                <a:srgbClr val="000000"/>
              </a:solidFill>
              <a:effectLst/>
              <a:uFillTx/>
              <a:latin typeface="OpenSymbol"/>
            </a:endParaRPr>
          </a:p>
        </p:txBody>
      </p:sp>
      <p:grpSp>
        <p:nvGrpSpPr>
          <p:cNvPr id="82" name="Google Shape;155;p21"/>
          <p:cNvGrpSpPr/>
          <p:nvPr/>
        </p:nvGrpSpPr>
        <p:grpSpPr>
          <a:xfrm>
            <a:off x="-1667160" y="-1217520"/>
            <a:ext cx="12423240" cy="7054560"/>
            <a:chOff x="-1667160" y="-1217520"/>
            <a:chExt cx="12423240" cy="7054560"/>
          </a:xfrm>
        </p:grpSpPr>
        <p:pic>
          <p:nvPicPr>
            <p:cNvPr id="83" name="Google Shape;156;p21"/>
            <p:cNvPicPr/>
            <p:nvPr/>
          </p:nvPicPr>
          <p:blipFill>
            <a:blip r:embed="rId5"/>
            <a:stretch/>
          </p:blipFill>
          <p:spPr>
            <a:xfrm>
              <a:off x="-1667160" y="-1217520"/>
              <a:ext cx="4082760" cy="3464640"/>
            </a:xfrm>
            <a:prstGeom prst="rect">
              <a:avLst/>
            </a:prstGeom>
            <a:noFill/>
            <a:ln w="0">
              <a:noFill/>
            </a:ln>
          </p:spPr>
        </p:pic>
        <p:pic>
          <p:nvPicPr>
            <p:cNvPr id="84" name="Google Shape;157;p21"/>
            <p:cNvPicPr/>
            <p:nvPr/>
          </p:nvPicPr>
          <p:blipFill>
            <a:blip r:embed="rId6">
              <a:alphaModFix amt="88000"/>
            </a:blip>
            <a:stretch/>
          </p:blipFill>
          <p:spPr>
            <a:xfrm>
              <a:off x="7458480" y="3070440"/>
              <a:ext cx="3297600" cy="2766600"/>
            </a:xfrm>
            <a:prstGeom prst="rect">
              <a:avLst/>
            </a:prstGeom>
            <a:noFill/>
            <a:ln w="0">
              <a:noFill/>
            </a:ln>
          </p:spPr>
        </p:pic>
        <p:pic>
          <p:nvPicPr>
            <p:cNvPr id="85" name="Google Shape;158;p21"/>
            <p:cNvPicPr/>
            <p:nvPr/>
          </p:nvPicPr>
          <p:blipFill>
            <a:blip r:embed="rId7">
              <a:alphaModFix amt="67000"/>
            </a:blip>
            <a:srcRect l="5148" r="5141"/>
            <a:stretch/>
          </p:blipFill>
          <p:spPr>
            <a:xfrm>
              <a:off x="6567120" y="2202480"/>
              <a:ext cx="3453480" cy="3359520"/>
            </a:xfrm>
            <a:prstGeom prst="rect">
              <a:avLst/>
            </a:prstGeom>
            <a:noFill/>
            <a:ln w="0">
              <a:noFill/>
            </a:ln>
          </p:spPr>
        </p:pic>
      </p:grpSp>
      <p:sp>
        <p:nvSpPr>
          <p:cNvPr id="79" name="Google Shape;159;p21"/>
          <p:cNvSpPr/>
          <p:nvPr/>
        </p:nvSpPr>
        <p:spPr>
          <a:xfrm>
            <a:off x="-1698840" y="474840"/>
            <a:ext cx="2800800" cy="2800800"/>
          </a:xfrm>
          <a:prstGeom prst="round2SameRect">
            <a:avLst>
              <a:gd name="adj1" fmla="val 50000"/>
              <a:gd name="adj2" fmla="val 0"/>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8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grpSp>
        <p:nvGrpSpPr>
          <p:cNvPr id="89" name="Google Shape;164;p23"/>
          <p:cNvGrpSpPr/>
          <p:nvPr/>
        </p:nvGrpSpPr>
        <p:grpSpPr>
          <a:xfrm>
            <a:off x="-1635480" y="-3094920"/>
            <a:ext cx="13986360" cy="9857520"/>
            <a:chOff x="-1635480" y="-3094920"/>
            <a:chExt cx="13986360" cy="9857520"/>
          </a:xfrm>
        </p:grpSpPr>
        <p:pic>
          <p:nvPicPr>
            <p:cNvPr id="90" name="Google Shape;165;p23"/>
            <p:cNvPicPr/>
            <p:nvPr/>
          </p:nvPicPr>
          <p:blipFill>
            <a:blip r:embed="rId2">
              <a:alphaModFix amt="49000"/>
            </a:blip>
            <a:srcRect l="-2360" t="1001" r="-677" b="-1001"/>
            <a:stretch/>
          </p:blipFill>
          <p:spPr>
            <a:xfrm rot="2434200">
              <a:off x="7697520" y="-2425680"/>
              <a:ext cx="3673080" cy="4371840"/>
            </a:xfrm>
            <a:prstGeom prst="rect">
              <a:avLst/>
            </a:prstGeom>
            <a:noFill/>
            <a:ln w="0">
              <a:noFill/>
            </a:ln>
          </p:spPr>
        </p:pic>
        <p:pic>
          <p:nvPicPr>
            <p:cNvPr id="91" name="Google Shape;166;p23"/>
            <p:cNvPicPr/>
            <p:nvPr/>
          </p:nvPicPr>
          <p:blipFill>
            <a:blip r:embed="rId3"/>
            <a:stretch/>
          </p:blipFill>
          <p:spPr>
            <a:xfrm>
              <a:off x="-1635480" y="3297960"/>
              <a:ext cx="4082760" cy="3464640"/>
            </a:xfrm>
            <a:prstGeom prst="rect">
              <a:avLst/>
            </a:prstGeom>
            <a:noFill/>
            <a:ln w="0">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923760" y="1249200"/>
            <a:ext cx="4889520" cy="132228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grpSp>
        <p:nvGrpSpPr>
          <p:cNvPr id="109" name="Google Shape;48;p7"/>
          <p:cNvGrpSpPr/>
          <p:nvPr/>
        </p:nvGrpSpPr>
        <p:grpSpPr>
          <a:xfrm>
            <a:off x="-991800" y="-1481400"/>
            <a:ext cx="11997720" cy="8640720"/>
            <a:chOff x="-991800" y="-1481400"/>
            <a:chExt cx="11997720" cy="8640720"/>
          </a:xfrm>
        </p:grpSpPr>
        <p:pic>
          <p:nvPicPr>
            <p:cNvPr id="110" name="Google Shape;49;p7"/>
            <p:cNvPicPr/>
            <p:nvPr/>
          </p:nvPicPr>
          <p:blipFill>
            <a:blip r:embed="rId2">
              <a:alphaModFix amt="61000"/>
            </a:blip>
            <a:stretch/>
          </p:blipFill>
          <p:spPr>
            <a:xfrm rot="1800000">
              <a:off x="6252120" y="4024080"/>
              <a:ext cx="3297600" cy="2365560"/>
            </a:xfrm>
            <a:prstGeom prst="rect">
              <a:avLst/>
            </a:prstGeom>
            <a:noFill/>
            <a:ln w="0">
              <a:noFill/>
            </a:ln>
          </p:spPr>
        </p:pic>
        <p:pic>
          <p:nvPicPr>
            <p:cNvPr id="111" name="Google Shape;50;p7"/>
            <p:cNvPicPr/>
            <p:nvPr/>
          </p:nvPicPr>
          <p:blipFill>
            <a:blip r:embed="rId3">
              <a:alphaModFix amt="67000"/>
            </a:blip>
            <a:srcRect l="5148" r="5141"/>
            <a:stretch/>
          </p:blipFill>
          <p:spPr>
            <a:xfrm rot="1800000">
              <a:off x="6709680" y="2287440"/>
              <a:ext cx="3453480" cy="4295880"/>
            </a:xfrm>
            <a:prstGeom prst="rect">
              <a:avLst/>
            </a:prstGeom>
            <a:noFill/>
            <a:ln w="0">
              <a:noFill/>
            </a:ln>
          </p:spPr>
        </p:pic>
        <p:pic>
          <p:nvPicPr>
            <p:cNvPr id="112" name="Google Shape;51;p7"/>
            <p:cNvPicPr/>
            <p:nvPr/>
          </p:nvPicPr>
          <p:blipFill>
            <a:blip r:embed="rId4"/>
            <a:stretch/>
          </p:blipFill>
          <p:spPr>
            <a:xfrm>
              <a:off x="-991800" y="-1481400"/>
              <a:ext cx="4082760" cy="3464640"/>
            </a:xfrm>
            <a:prstGeom prst="rect">
              <a:avLst/>
            </a:prstGeom>
            <a:noFill/>
            <a:ln w="0">
              <a:noFill/>
            </a:ln>
          </p:spPr>
        </p:pic>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1450080" y="1060200"/>
            <a:ext cx="6243120" cy="3022920"/>
          </a:xfrm>
          <a:prstGeom prst="rect">
            <a:avLst/>
          </a:prstGeom>
          <a:noFill/>
          <a:ln w="0">
            <a:noFill/>
          </a:ln>
        </p:spPr>
        <p:txBody>
          <a:bodyPr lIns="91440" tIns="91440" rIns="91440" bIns="91440" anchor="ctr">
            <a:noAutofit/>
          </a:bodyPr>
          <a:lstStyle/>
          <a:p>
            <a:pPr indent="0">
              <a:buNone/>
            </a:pPr>
            <a:r>
              <a:rPr lang="fr-FR" sz="7200" b="0" u="none" strike="noStrike">
                <a:solidFill>
                  <a:schemeClr val="dk1"/>
                </a:solidFill>
                <a:effectLst/>
                <a:uFillTx/>
                <a:latin typeface="Arial"/>
              </a:rPr>
              <a:t>Click to edit the title text format</a:t>
            </a:r>
          </a:p>
        </p:txBody>
      </p:sp>
      <p:grpSp>
        <p:nvGrpSpPr>
          <p:cNvPr id="114" name="Google Shape;54;p8"/>
          <p:cNvGrpSpPr/>
          <p:nvPr/>
        </p:nvGrpSpPr>
        <p:grpSpPr>
          <a:xfrm>
            <a:off x="-2078640" y="2007720"/>
            <a:ext cx="12968280" cy="5447160"/>
            <a:chOff x="-2078640" y="2007720"/>
            <a:chExt cx="12968280" cy="5447160"/>
          </a:xfrm>
        </p:grpSpPr>
        <p:pic>
          <p:nvPicPr>
            <p:cNvPr id="115" name="Google Shape;55;p8"/>
            <p:cNvPicPr/>
            <p:nvPr/>
          </p:nvPicPr>
          <p:blipFill>
            <a:blip r:embed="rId2">
              <a:alphaModFix amt="61000"/>
            </a:blip>
            <a:stretch/>
          </p:blipFill>
          <p:spPr>
            <a:xfrm rot="1800000">
              <a:off x="6135840" y="4319280"/>
              <a:ext cx="3297600" cy="2365560"/>
            </a:xfrm>
            <a:prstGeom prst="rect">
              <a:avLst/>
            </a:prstGeom>
            <a:noFill/>
            <a:ln w="0">
              <a:noFill/>
            </a:ln>
          </p:spPr>
        </p:pic>
        <p:pic>
          <p:nvPicPr>
            <p:cNvPr id="116" name="Google Shape;56;p8"/>
            <p:cNvPicPr/>
            <p:nvPr/>
          </p:nvPicPr>
          <p:blipFill>
            <a:blip r:embed="rId3">
              <a:alphaModFix amt="67000"/>
            </a:blip>
            <a:srcRect l="5148" r="5141"/>
            <a:stretch/>
          </p:blipFill>
          <p:spPr>
            <a:xfrm rot="1800000">
              <a:off x="6593400" y="2583000"/>
              <a:ext cx="3453480" cy="4295880"/>
            </a:xfrm>
            <a:prstGeom prst="rect">
              <a:avLst/>
            </a:prstGeom>
            <a:noFill/>
            <a:ln w="0">
              <a:noFill/>
            </a:ln>
          </p:spPr>
        </p:pic>
        <p:pic>
          <p:nvPicPr>
            <p:cNvPr id="117" name="Google Shape;57;p8"/>
            <p:cNvPicPr/>
            <p:nvPr/>
          </p:nvPicPr>
          <p:blipFill>
            <a:blip r:embed="rId4"/>
            <a:stretch/>
          </p:blipFill>
          <p:spPr>
            <a:xfrm>
              <a:off x="-2078640" y="2264040"/>
              <a:ext cx="4082760" cy="3464640"/>
            </a:xfrm>
            <a:prstGeom prst="rect">
              <a:avLst/>
            </a:prstGeom>
            <a:noFill/>
            <a:ln w="0">
              <a:noFill/>
            </a:ln>
          </p:spPr>
        </p:pic>
      </p:grpSp>
      <p:grpSp>
        <p:nvGrpSpPr>
          <p:cNvPr id="118" name="Google Shape;58;p8"/>
          <p:cNvGrpSpPr/>
          <p:nvPr/>
        </p:nvGrpSpPr>
        <p:grpSpPr>
          <a:xfrm>
            <a:off x="7299720" y="-783000"/>
            <a:ext cx="1666800" cy="1972800"/>
            <a:chOff x="7299720" y="-783000"/>
            <a:chExt cx="1666800" cy="1972800"/>
          </a:xfrm>
        </p:grpSpPr>
        <p:sp>
          <p:nvSpPr>
            <p:cNvPr id="119" name="Google Shape;59;p8"/>
            <p:cNvSpPr/>
            <p:nvPr/>
          </p:nvSpPr>
          <p:spPr>
            <a:xfrm>
              <a:off x="7626600" y="-783000"/>
              <a:ext cx="1339920" cy="133992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20" name="Google Shape;60;p8"/>
            <p:cNvCxnSpPr/>
            <p:nvPr/>
          </p:nvCxnSpPr>
          <p:spPr>
            <a:xfrm flipV="1">
              <a:off x="7299720" y="282240"/>
              <a:ext cx="907560" cy="907920"/>
            </a:xfrm>
            <a:prstGeom prst="straightConnector1">
              <a:avLst/>
            </a:prstGeom>
            <a:ln w="9525">
              <a:solidFill>
                <a:srgbClr val="000000"/>
              </a:solidFill>
              <a:round/>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8" name="PlaceHolder 2"/>
          <p:cNvSpPr>
            <a:spLocks noGrp="1"/>
          </p:cNvSpPr>
          <p:nvPr>
            <p:ph type="title"/>
          </p:nvPr>
        </p:nvSpPr>
        <p:spPr>
          <a:xfrm>
            <a:off x="2198160" y="1544760"/>
            <a:ext cx="2205720" cy="77544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19" name="PlaceHolder 3"/>
          <p:cNvSpPr>
            <a:spLocks noGrp="1"/>
          </p:cNvSpPr>
          <p:nvPr>
            <p:ph type="title"/>
          </p:nvPr>
        </p:nvSpPr>
        <p:spPr>
          <a:xfrm>
            <a:off x="6094440" y="1544760"/>
            <a:ext cx="2205720" cy="77544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20" name="PlaceHolder 4"/>
          <p:cNvSpPr>
            <a:spLocks noGrp="1"/>
          </p:cNvSpPr>
          <p:nvPr>
            <p:ph type="title"/>
          </p:nvPr>
        </p:nvSpPr>
        <p:spPr>
          <a:xfrm>
            <a:off x="2198160" y="3069000"/>
            <a:ext cx="2205720" cy="77544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21" name="PlaceHolder 5"/>
          <p:cNvSpPr>
            <a:spLocks noGrp="1"/>
          </p:cNvSpPr>
          <p:nvPr>
            <p:ph type="title"/>
          </p:nvPr>
        </p:nvSpPr>
        <p:spPr>
          <a:xfrm>
            <a:off x="6094440" y="3069000"/>
            <a:ext cx="2205720" cy="775440"/>
          </a:xfrm>
          <a:prstGeom prst="rect">
            <a:avLst/>
          </a:prstGeom>
          <a:noFill/>
          <a:ln w="0">
            <a:noFill/>
          </a:ln>
        </p:spPr>
        <p:txBody>
          <a:bodyPr lIns="91440" tIns="91440" rIns="91440" bIns="91440" anchor="b">
            <a:noAutofit/>
          </a:bodyPr>
          <a:lstStyle/>
          <a:p>
            <a:pPr indent="0">
              <a:buNone/>
            </a:pPr>
            <a:r>
              <a:rPr lang="fr-FR" sz="2000" b="0" u="none" strike="noStrike">
                <a:solidFill>
                  <a:schemeClr val="dk1"/>
                </a:solidFill>
                <a:effectLst/>
                <a:uFillTx/>
                <a:latin typeface="Arial"/>
              </a:rPr>
              <a:t>Click to edit the title text format</a:t>
            </a:r>
          </a:p>
        </p:txBody>
      </p:sp>
      <p:sp>
        <p:nvSpPr>
          <p:cNvPr id="22" name="PlaceHolder 6"/>
          <p:cNvSpPr>
            <a:spLocks noGrp="1"/>
          </p:cNvSpPr>
          <p:nvPr>
            <p:ph type="title"/>
          </p:nvPr>
        </p:nvSpPr>
        <p:spPr>
          <a:xfrm>
            <a:off x="1078200" y="1682280"/>
            <a:ext cx="775440" cy="77544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dk1"/>
                </a:solidFill>
                <a:effectLst/>
                <a:uFillTx/>
                <a:latin typeface="Raleway"/>
                <a:ea typeface="Raleway"/>
              </a:rPr>
              <a:t>xx%</a:t>
            </a:r>
            <a:endParaRPr lang="fr-FR" sz="3000" b="0" u="none" strike="noStrike">
              <a:solidFill>
                <a:schemeClr val="dk1"/>
              </a:solidFill>
              <a:effectLst/>
              <a:uFillTx/>
              <a:latin typeface="Arial"/>
            </a:endParaRPr>
          </a:p>
        </p:txBody>
      </p:sp>
      <p:sp>
        <p:nvSpPr>
          <p:cNvPr id="23" name="PlaceHolder 7"/>
          <p:cNvSpPr>
            <a:spLocks noGrp="1"/>
          </p:cNvSpPr>
          <p:nvPr>
            <p:ph type="title"/>
          </p:nvPr>
        </p:nvSpPr>
        <p:spPr>
          <a:xfrm>
            <a:off x="1078200" y="3209040"/>
            <a:ext cx="775440" cy="77544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dk1"/>
                </a:solidFill>
                <a:effectLst/>
                <a:uFillTx/>
                <a:latin typeface="Raleway"/>
                <a:ea typeface="Raleway"/>
              </a:rPr>
              <a:t>xx%</a:t>
            </a:r>
            <a:endParaRPr lang="fr-FR" sz="3000" b="0" u="none" strike="noStrike">
              <a:solidFill>
                <a:schemeClr val="dk1"/>
              </a:solidFill>
              <a:effectLst/>
              <a:uFillTx/>
              <a:latin typeface="Arial"/>
            </a:endParaRPr>
          </a:p>
        </p:txBody>
      </p:sp>
      <p:sp>
        <p:nvSpPr>
          <p:cNvPr id="24" name="PlaceHolder 8"/>
          <p:cNvSpPr>
            <a:spLocks noGrp="1"/>
          </p:cNvSpPr>
          <p:nvPr>
            <p:ph type="title"/>
          </p:nvPr>
        </p:nvSpPr>
        <p:spPr>
          <a:xfrm>
            <a:off x="4821840" y="1682280"/>
            <a:ext cx="775440" cy="77544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dk1"/>
                </a:solidFill>
                <a:effectLst/>
                <a:uFillTx/>
                <a:latin typeface="Raleway"/>
                <a:ea typeface="Raleway"/>
              </a:rPr>
              <a:t>xx%</a:t>
            </a:r>
            <a:endParaRPr lang="fr-FR" sz="3000" b="0" u="none" strike="noStrike">
              <a:solidFill>
                <a:schemeClr val="dk1"/>
              </a:solidFill>
              <a:effectLst/>
              <a:uFillTx/>
              <a:latin typeface="Arial"/>
            </a:endParaRPr>
          </a:p>
        </p:txBody>
      </p:sp>
      <p:sp>
        <p:nvSpPr>
          <p:cNvPr id="25" name="PlaceHolder 9"/>
          <p:cNvSpPr>
            <a:spLocks noGrp="1"/>
          </p:cNvSpPr>
          <p:nvPr>
            <p:ph type="title"/>
          </p:nvPr>
        </p:nvSpPr>
        <p:spPr>
          <a:xfrm>
            <a:off x="4821840" y="3209040"/>
            <a:ext cx="775440" cy="775440"/>
          </a:xfrm>
          <a:prstGeom prst="rect">
            <a:avLst/>
          </a:prstGeom>
          <a:noFill/>
          <a:ln w="0">
            <a:noFill/>
          </a:ln>
        </p:spPr>
        <p:txBody>
          <a:bodyPr lIns="91440" tIns="91440" rIns="91440" bIns="91440" anchor="ctr">
            <a:noAutofit/>
          </a:bodyPr>
          <a:lstStyle/>
          <a:p>
            <a:pPr indent="0" algn="ctr">
              <a:lnSpc>
                <a:spcPct val="100000"/>
              </a:lnSpc>
              <a:buNone/>
            </a:pPr>
            <a:r>
              <a:rPr lang="fr-FR" sz="3000" b="1" u="none" strike="noStrike">
                <a:solidFill>
                  <a:schemeClr val="dk1"/>
                </a:solidFill>
                <a:effectLst/>
                <a:uFillTx/>
                <a:latin typeface="Raleway"/>
                <a:ea typeface="Raleway"/>
              </a:rPr>
              <a:t>xx%</a:t>
            </a:r>
            <a:endParaRPr lang="fr-FR" sz="3000" b="0" u="none" strike="noStrike">
              <a:solidFill>
                <a:schemeClr val="dk1"/>
              </a:solidFill>
              <a:effectLst/>
              <a:uFillTx/>
              <a:latin typeface="Arial"/>
            </a:endParaRPr>
          </a:p>
        </p:txBody>
      </p:sp>
      <p:grpSp>
        <p:nvGrpSpPr>
          <p:cNvPr id="26" name="Google Shape;91;p13"/>
          <p:cNvGrpSpPr/>
          <p:nvPr/>
        </p:nvGrpSpPr>
        <p:grpSpPr>
          <a:xfrm>
            <a:off x="-1153800" y="-869760"/>
            <a:ext cx="10851840" cy="6627600"/>
            <a:chOff x="-1153800" y="-869760"/>
            <a:chExt cx="10851840" cy="6627600"/>
          </a:xfrm>
        </p:grpSpPr>
        <p:pic>
          <p:nvPicPr>
            <p:cNvPr id="27" name="Google Shape;92;p13"/>
            <p:cNvPicPr/>
            <p:nvPr/>
          </p:nvPicPr>
          <p:blipFill>
            <a:blip r:embed="rId2">
              <a:alphaModFix amt="25000"/>
            </a:blip>
            <a:stretch/>
          </p:blipFill>
          <p:spPr>
            <a:xfrm>
              <a:off x="-1153800" y="4104360"/>
              <a:ext cx="2205720" cy="1653480"/>
            </a:xfrm>
            <a:prstGeom prst="rect">
              <a:avLst/>
            </a:prstGeom>
            <a:noFill/>
            <a:ln w="0">
              <a:noFill/>
            </a:ln>
          </p:spPr>
        </p:pic>
        <p:pic>
          <p:nvPicPr>
            <p:cNvPr id="28" name="Google Shape;93;p13"/>
            <p:cNvPicPr/>
            <p:nvPr/>
          </p:nvPicPr>
          <p:blipFill>
            <a:blip r:embed="rId3"/>
            <a:stretch/>
          </p:blipFill>
          <p:spPr>
            <a:xfrm>
              <a:off x="7649280" y="-869760"/>
              <a:ext cx="2048760" cy="1992960"/>
            </a:xfrm>
            <a:prstGeom prst="rect">
              <a:avLst/>
            </a:prstGeom>
            <a:noFill/>
            <a:ln w="0">
              <a:noFill/>
            </a:ln>
          </p:spPr>
        </p:pic>
      </p:grpSp>
      <p:cxnSp>
        <p:nvCxnSpPr>
          <p:cNvPr id="29" name="Google Shape;94;p13"/>
          <p:cNvCxnSpPr/>
          <p:nvPr/>
        </p:nvCxnSpPr>
        <p:spPr>
          <a:xfrm flipV="1">
            <a:off x="8540640" y="3844800"/>
            <a:ext cx="907920" cy="907920"/>
          </a:xfrm>
          <a:prstGeom prst="straightConnector1">
            <a:avLst/>
          </a:prstGeom>
          <a:ln w="9525">
            <a:solidFill>
              <a:srgbClr val="000000"/>
            </a:solidFill>
            <a:roun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2296800" y="2934720"/>
            <a:ext cx="4550040" cy="403920"/>
          </a:xfrm>
          <a:prstGeom prst="rect">
            <a:avLst/>
          </a:prstGeom>
          <a:noFill/>
          <a:ln w="9360">
            <a:solidFill>
              <a:srgbClr val="000000"/>
            </a:solidFill>
            <a:round/>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pic>
        <p:nvPicPr>
          <p:cNvPr id="38" name="Google Shape;107;p16"/>
          <p:cNvPicPr/>
          <p:nvPr/>
        </p:nvPicPr>
        <p:blipFill>
          <a:blip r:embed="rId2"/>
          <a:stretch/>
        </p:blipFill>
        <p:spPr>
          <a:xfrm>
            <a:off x="8003520" y="-1094760"/>
            <a:ext cx="2438640" cy="3254400"/>
          </a:xfrm>
          <a:prstGeom prst="rect">
            <a:avLst/>
          </a:prstGeom>
          <a:noFill/>
          <a:ln w="0">
            <a:noFill/>
          </a:ln>
        </p:spPr>
      </p:pic>
      <p:cxnSp>
        <p:nvCxnSpPr>
          <p:cNvPr id="39" name="Google Shape;108;p16"/>
          <p:cNvCxnSpPr/>
          <p:nvPr/>
        </p:nvCxnSpPr>
        <p:spPr>
          <a:xfrm flipV="1">
            <a:off x="-275400" y="4489560"/>
            <a:ext cx="907560" cy="907920"/>
          </a:xfrm>
          <a:prstGeom prst="straightConnector1">
            <a:avLst/>
          </a:prstGeom>
          <a:ln w="9525">
            <a:solidFill>
              <a:srgbClr val="000000"/>
            </a:solidFill>
            <a:roun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1214280" y="1266480"/>
            <a:ext cx="3375720" cy="825480"/>
          </a:xfrm>
          <a:prstGeom prst="rect">
            <a:avLst/>
          </a:prstGeom>
          <a:noFill/>
          <a:ln w="0">
            <a:noFill/>
          </a:ln>
        </p:spPr>
        <p:txBody>
          <a:bodyPr lIns="91440" tIns="91440" rIns="91440" bIns="91440" anchor="ctr">
            <a:noAutofit/>
          </a:bodyPr>
          <a:lstStyle/>
          <a:p>
            <a:pPr indent="0" algn="ctr">
              <a:lnSpc>
                <a:spcPct val="100000"/>
              </a:lnSpc>
              <a:buNone/>
            </a:pPr>
            <a:r>
              <a:rPr lang="fr-FR" sz="4800" b="1" u="none" strike="noStrike">
                <a:solidFill>
                  <a:schemeClr val="dk1"/>
                </a:solidFill>
                <a:effectLst/>
                <a:uFillTx/>
                <a:latin typeface="Raleway"/>
                <a:ea typeface="Raleway"/>
              </a:rPr>
              <a:t>xx%</a:t>
            </a:r>
            <a:endParaRPr lang="fr-FR" sz="4800" b="0" u="none" strike="noStrike">
              <a:solidFill>
                <a:schemeClr val="dk1"/>
              </a:solidFill>
              <a:effectLst/>
              <a:uFillTx/>
              <a:latin typeface="Arial"/>
            </a:endParaRPr>
          </a:p>
        </p:txBody>
      </p:sp>
      <p:sp>
        <p:nvSpPr>
          <p:cNvPr id="41" name="PlaceHolder 2"/>
          <p:cNvSpPr>
            <a:spLocks noGrp="1"/>
          </p:cNvSpPr>
          <p:nvPr>
            <p:ph type="title"/>
          </p:nvPr>
        </p:nvSpPr>
        <p:spPr>
          <a:xfrm>
            <a:off x="4553280" y="1266480"/>
            <a:ext cx="3375720" cy="825480"/>
          </a:xfrm>
          <a:prstGeom prst="rect">
            <a:avLst/>
          </a:prstGeom>
          <a:noFill/>
          <a:ln w="0">
            <a:noFill/>
          </a:ln>
        </p:spPr>
        <p:txBody>
          <a:bodyPr lIns="91440" tIns="91440" rIns="91440" bIns="91440" anchor="ctr">
            <a:noAutofit/>
          </a:bodyPr>
          <a:lstStyle/>
          <a:p>
            <a:pPr indent="0" algn="ctr">
              <a:lnSpc>
                <a:spcPct val="100000"/>
              </a:lnSpc>
              <a:buNone/>
            </a:pPr>
            <a:r>
              <a:rPr lang="fr-FR" sz="4800" b="1" u="none" strike="noStrike">
                <a:solidFill>
                  <a:schemeClr val="dk1"/>
                </a:solidFill>
                <a:effectLst/>
                <a:uFillTx/>
                <a:latin typeface="Raleway"/>
                <a:ea typeface="Raleway"/>
              </a:rPr>
              <a:t>xx%</a:t>
            </a:r>
            <a:endParaRPr lang="fr-FR" sz="4800" b="0" u="none" strike="noStrike">
              <a:solidFill>
                <a:schemeClr val="dk1"/>
              </a:solidFill>
              <a:effectLst/>
              <a:uFillTx/>
              <a:latin typeface="Arial"/>
            </a:endParaRPr>
          </a:p>
        </p:txBody>
      </p:sp>
      <p:sp>
        <p:nvSpPr>
          <p:cNvPr id="42" name="PlaceHolder 3"/>
          <p:cNvSpPr>
            <a:spLocks noGrp="1"/>
          </p:cNvSpPr>
          <p:nvPr>
            <p:ph type="title"/>
          </p:nvPr>
        </p:nvSpPr>
        <p:spPr>
          <a:xfrm>
            <a:off x="4553280" y="2628000"/>
            <a:ext cx="3375720" cy="825480"/>
          </a:xfrm>
          <a:prstGeom prst="rect">
            <a:avLst/>
          </a:prstGeom>
          <a:noFill/>
          <a:ln w="0">
            <a:noFill/>
          </a:ln>
        </p:spPr>
        <p:txBody>
          <a:bodyPr lIns="91440" tIns="91440" rIns="91440" bIns="91440" anchor="ctr">
            <a:noAutofit/>
          </a:bodyPr>
          <a:lstStyle/>
          <a:p>
            <a:pPr indent="0" algn="ctr">
              <a:lnSpc>
                <a:spcPct val="100000"/>
              </a:lnSpc>
              <a:buNone/>
            </a:pPr>
            <a:r>
              <a:rPr lang="fr-FR" sz="4800" b="1" u="none" strike="noStrike">
                <a:solidFill>
                  <a:schemeClr val="dk1"/>
                </a:solidFill>
                <a:effectLst/>
                <a:uFillTx/>
                <a:latin typeface="Raleway"/>
                <a:ea typeface="Raleway"/>
              </a:rPr>
              <a:t>xx%</a:t>
            </a:r>
            <a:endParaRPr lang="fr-FR" sz="4800" b="0" u="none" strike="noStrike">
              <a:solidFill>
                <a:schemeClr val="dk1"/>
              </a:solidFill>
              <a:effectLst/>
              <a:uFillTx/>
              <a:latin typeface="Arial"/>
            </a:endParaRPr>
          </a:p>
        </p:txBody>
      </p:sp>
      <p:sp>
        <p:nvSpPr>
          <p:cNvPr id="43" name="PlaceHolder 4"/>
          <p:cNvSpPr>
            <a:spLocks noGrp="1"/>
          </p:cNvSpPr>
          <p:nvPr>
            <p:ph type="title"/>
          </p:nvPr>
        </p:nvSpPr>
        <p:spPr>
          <a:xfrm>
            <a:off x="1214280" y="2628000"/>
            <a:ext cx="3375720" cy="825480"/>
          </a:xfrm>
          <a:prstGeom prst="rect">
            <a:avLst/>
          </a:prstGeom>
          <a:noFill/>
          <a:ln w="0">
            <a:noFill/>
          </a:ln>
        </p:spPr>
        <p:txBody>
          <a:bodyPr lIns="91440" tIns="91440" rIns="91440" bIns="91440" anchor="ctr">
            <a:noAutofit/>
          </a:bodyPr>
          <a:lstStyle/>
          <a:p>
            <a:pPr indent="0" algn="ctr">
              <a:lnSpc>
                <a:spcPct val="100000"/>
              </a:lnSpc>
              <a:buNone/>
            </a:pPr>
            <a:r>
              <a:rPr lang="fr-FR" sz="4800" b="1" u="none" strike="noStrike">
                <a:solidFill>
                  <a:schemeClr val="dk1"/>
                </a:solidFill>
                <a:effectLst/>
                <a:uFillTx/>
                <a:latin typeface="Raleway"/>
                <a:ea typeface="Raleway"/>
              </a:rPr>
              <a:t>xx%</a:t>
            </a:r>
            <a:endParaRPr lang="fr-FR" sz="4800" b="0" u="none" strike="noStrike">
              <a:solidFill>
                <a:schemeClr val="dk1"/>
              </a:solidFill>
              <a:effectLst/>
              <a:uFillTx/>
              <a:latin typeface="Arial"/>
            </a:endParaRPr>
          </a:p>
        </p:txBody>
      </p:sp>
      <p:pic>
        <p:nvPicPr>
          <p:cNvPr id="44" name="Google Shape;118;p17"/>
          <p:cNvPicPr/>
          <p:nvPr/>
        </p:nvPicPr>
        <p:blipFill>
          <a:blip r:embed="rId2">
            <a:alphaModFix amt="88000"/>
          </a:blip>
          <a:stretch/>
        </p:blipFill>
        <p:spPr>
          <a:xfrm>
            <a:off x="-929160" y="3671640"/>
            <a:ext cx="3297600" cy="2766600"/>
          </a:xfrm>
          <a:prstGeom prst="rect">
            <a:avLst/>
          </a:prstGeom>
          <a:noFill/>
          <a:ln w="0">
            <a:noFill/>
          </a:ln>
        </p:spPr>
      </p:pic>
      <p:pic>
        <p:nvPicPr>
          <p:cNvPr id="45" name="Google Shape;119;p17"/>
          <p:cNvPicPr/>
          <p:nvPr/>
        </p:nvPicPr>
        <p:blipFill>
          <a:blip r:embed="rId3">
            <a:alphaModFix amt="67000"/>
          </a:blip>
          <a:srcRect l="5148" r="5141"/>
          <a:stretch/>
        </p:blipFill>
        <p:spPr>
          <a:xfrm>
            <a:off x="-1824840" y="2804040"/>
            <a:ext cx="3453480" cy="3359520"/>
          </a:xfrm>
          <a:prstGeom prst="rect">
            <a:avLst/>
          </a:prstGeom>
          <a:noFill/>
          <a:ln w="0">
            <a:noFill/>
          </a:ln>
        </p:spPr>
      </p:pic>
      <p:pic>
        <p:nvPicPr>
          <p:cNvPr id="46" name="Google Shape;120;p17"/>
          <p:cNvPicPr/>
          <p:nvPr/>
        </p:nvPicPr>
        <p:blipFill>
          <a:blip r:embed="rId4"/>
          <a:stretch/>
        </p:blipFill>
        <p:spPr>
          <a:xfrm>
            <a:off x="6885720" y="-1629360"/>
            <a:ext cx="4082760" cy="3464640"/>
          </a:xfrm>
          <a:prstGeom prst="rect">
            <a:avLst/>
          </a:prstGeom>
          <a:noFill/>
          <a:ln w="0">
            <a:noFill/>
          </a:ln>
        </p:spPr>
      </p:pic>
      <p:sp>
        <p:nvSpPr>
          <p:cNvPr id="47" name="Google Shape;121;p17"/>
          <p:cNvSpPr/>
          <p:nvPr/>
        </p:nvSpPr>
        <p:spPr>
          <a:xfrm>
            <a:off x="7976520" y="3116160"/>
            <a:ext cx="1339920" cy="133992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48" name="Google Shape;122;p17"/>
          <p:cNvCxnSpPr/>
          <p:nvPr/>
        </p:nvCxnSpPr>
        <p:spPr>
          <a:xfrm flipV="1">
            <a:off x="7680960" y="4192200"/>
            <a:ext cx="907560" cy="907560"/>
          </a:xfrm>
          <a:prstGeom prst="straightConnector1">
            <a:avLst/>
          </a:prstGeom>
          <a:ln w="9525">
            <a:solidFill>
              <a:srgbClr val="000000"/>
            </a:solidFill>
            <a:roun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6019560" y="2794680"/>
            <a:ext cx="2404080" cy="39312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50" name="PlaceHolder 2"/>
          <p:cNvSpPr>
            <a:spLocks noGrp="1"/>
          </p:cNvSpPr>
          <p:nvPr>
            <p:ph type="title"/>
          </p:nvPr>
        </p:nvSpPr>
        <p:spPr>
          <a:xfrm>
            <a:off x="3369600" y="2794680"/>
            <a:ext cx="2404080" cy="39312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51" name="PlaceHolder 3"/>
          <p:cNvSpPr>
            <a:spLocks noGrp="1"/>
          </p:cNvSpPr>
          <p:nvPr>
            <p:ph type="title"/>
          </p:nvPr>
        </p:nvSpPr>
        <p:spPr>
          <a:xfrm>
            <a:off x="720000" y="2794680"/>
            <a:ext cx="2404080" cy="39312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52" name="PlaceHolder 4"/>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pic>
        <p:nvPicPr>
          <p:cNvPr id="53" name="Google Shape;131;p18"/>
          <p:cNvPicPr/>
          <p:nvPr/>
        </p:nvPicPr>
        <p:blipFill>
          <a:blip r:embed="rId2"/>
          <a:stretch/>
        </p:blipFill>
        <p:spPr>
          <a:xfrm>
            <a:off x="6520320" y="-734400"/>
            <a:ext cx="4082760" cy="2269080"/>
          </a:xfrm>
          <a:prstGeom prst="rect">
            <a:avLst/>
          </a:prstGeom>
          <a:noFill/>
          <a:ln w="0">
            <a:noFill/>
          </a:ln>
        </p:spPr>
      </p:pic>
      <p:cxnSp>
        <p:nvCxnSpPr>
          <p:cNvPr id="54" name="Google Shape;132;p18"/>
          <p:cNvCxnSpPr/>
          <p:nvPr/>
        </p:nvCxnSpPr>
        <p:spPr>
          <a:xfrm flipV="1">
            <a:off x="532800" y="4477680"/>
            <a:ext cx="907560" cy="907920"/>
          </a:xfrm>
          <a:prstGeom prst="straightConnector1">
            <a:avLst/>
          </a:prstGeom>
          <a:ln w="9525">
            <a:solidFill>
              <a:srgbClr val="000000"/>
            </a:solidFill>
            <a:roun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lt1"/>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6019560" y="1551960"/>
            <a:ext cx="2404080" cy="39312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56" name="PlaceHolder 2"/>
          <p:cNvSpPr>
            <a:spLocks noGrp="1"/>
          </p:cNvSpPr>
          <p:nvPr>
            <p:ph type="title"/>
          </p:nvPr>
        </p:nvSpPr>
        <p:spPr>
          <a:xfrm>
            <a:off x="3369600" y="1551960"/>
            <a:ext cx="2404080" cy="39312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57" name="PlaceHolder 3"/>
          <p:cNvSpPr>
            <a:spLocks noGrp="1"/>
          </p:cNvSpPr>
          <p:nvPr>
            <p:ph type="title"/>
          </p:nvPr>
        </p:nvSpPr>
        <p:spPr>
          <a:xfrm>
            <a:off x="720000" y="1551960"/>
            <a:ext cx="2404080" cy="393120"/>
          </a:xfrm>
          <a:prstGeom prst="rect">
            <a:avLst/>
          </a:prstGeom>
          <a:no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
        <p:nvSpPr>
          <p:cNvPr id="58" name="PlaceHolder 4"/>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pic>
        <p:nvPicPr>
          <p:cNvPr id="59" name="Google Shape;141;p19"/>
          <p:cNvPicPr/>
          <p:nvPr/>
        </p:nvPicPr>
        <p:blipFill>
          <a:blip r:embed="rId2">
            <a:alphaModFix amt="67000"/>
          </a:blip>
          <a:srcRect l="5148" r="5141"/>
          <a:stretch/>
        </p:blipFill>
        <p:spPr>
          <a:xfrm rot="1800000">
            <a:off x="7215840" y="-2607840"/>
            <a:ext cx="3453480" cy="4295880"/>
          </a:xfrm>
          <a:prstGeom prst="rect">
            <a:avLst/>
          </a:prstGeom>
          <a:noFill/>
          <a:ln w="0">
            <a:noFill/>
          </a:ln>
        </p:spPr>
      </p:pic>
      <p:pic>
        <p:nvPicPr>
          <p:cNvPr id="60" name="Google Shape;142;p19"/>
          <p:cNvPicPr/>
          <p:nvPr/>
        </p:nvPicPr>
        <p:blipFill>
          <a:blip r:embed="rId3">
            <a:alphaModFix amt="88000"/>
          </a:blip>
          <a:stretch/>
        </p:blipFill>
        <p:spPr>
          <a:xfrm>
            <a:off x="7891200" y="3977640"/>
            <a:ext cx="3297600" cy="2766600"/>
          </a:xfrm>
          <a:prstGeom prst="rect">
            <a:avLst/>
          </a:prstGeom>
          <a:noFill/>
          <a:ln w="0">
            <a:noFill/>
          </a:ln>
        </p:spPr>
      </p:pic>
      <p:cxnSp>
        <p:nvCxnSpPr>
          <p:cNvPr id="61" name="Google Shape;143;p19"/>
          <p:cNvCxnSpPr/>
          <p:nvPr/>
        </p:nvCxnSpPr>
        <p:spPr>
          <a:xfrm flipV="1">
            <a:off x="-216000" y="4013640"/>
            <a:ext cx="907560" cy="907920"/>
          </a:xfrm>
          <a:prstGeom prst="straightConnector1">
            <a:avLst/>
          </a:prstGeom>
          <a:ln w="9525">
            <a:solidFill>
              <a:srgbClr val="000000"/>
            </a:solidFill>
            <a:roun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pic>
        <p:nvPicPr>
          <p:cNvPr id="87" name="Google Shape;161;p22"/>
          <p:cNvPicPr/>
          <p:nvPr/>
        </p:nvPicPr>
        <p:blipFill>
          <a:blip r:embed="rId2"/>
          <a:stretch/>
        </p:blipFill>
        <p:spPr>
          <a:xfrm>
            <a:off x="-1869120" y="2007360"/>
            <a:ext cx="3477240" cy="3382560"/>
          </a:xfrm>
          <a:prstGeom prst="rect">
            <a:avLst/>
          </a:prstGeom>
          <a:noFill/>
          <a:ln w="0">
            <a:noFill/>
          </a:ln>
        </p:spPr>
      </p:pic>
      <p:pic>
        <p:nvPicPr>
          <p:cNvPr id="88" name="Google Shape;162;p22"/>
          <p:cNvPicPr/>
          <p:nvPr/>
        </p:nvPicPr>
        <p:blipFill>
          <a:blip r:embed="rId3">
            <a:alphaModFix amt="67000"/>
          </a:blip>
          <a:srcRect l="5148" r="5141"/>
          <a:stretch/>
        </p:blipFill>
        <p:spPr>
          <a:xfrm>
            <a:off x="-1373040" y="3850920"/>
            <a:ext cx="2671920" cy="2113920"/>
          </a:xfrm>
          <a:prstGeom prst="rect">
            <a:avLst/>
          </a:prstGeom>
          <a:noFill/>
          <a:ln w="0">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93" name="PlaceHolder 2"/>
          <p:cNvSpPr>
            <a:spLocks noGrp="1"/>
          </p:cNvSpPr>
          <p:nvPr>
            <p:ph type="body"/>
          </p:nvPr>
        </p:nvSpPr>
        <p:spPr>
          <a:xfrm>
            <a:off x="720000" y="1203120"/>
            <a:ext cx="7703640" cy="23256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pic>
        <p:nvPicPr>
          <p:cNvPr id="94" name="Google Shape;28;p4"/>
          <p:cNvPicPr/>
          <p:nvPr/>
        </p:nvPicPr>
        <p:blipFill>
          <a:blip r:embed="rId2"/>
          <a:stretch/>
        </p:blipFill>
        <p:spPr>
          <a:xfrm>
            <a:off x="-1869120" y="2007360"/>
            <a:ext cx="3477240" cy="3382560"/>
          </a:xfrm>
          <a:prstGeom prst="rect">
            <a:avLst/>
          </a:prstGeom>
          <a:noFill/>
          <a:ln w="0">
            <a:noFill/>
          </a:ln>
        </p:spPr>
      </p:pic>
      <p:pic>
        <p:nvPicPr>
          <p:cNvPr id="95" name="Google Shape;29;p4"/>
          <p:cNvPicPr/>
          <p:nvPr/>
        </p:nvPicPr>
        <p:blipFill>
          <a:blip r:embed="rId3">
            <a:alphaModFix amt="67000"/>
          </a:blip>
          <a:srcRect l="5148" r="5141"/>
          <a:stretch/>
        </p:blipFill>
        <p:spPr>
          <a:xfrm>
            <a:off x="-1373040" y="3850920"/>
            <a:ext cx="2671920" cy="2113920"/>
          </a:xfrm>
          <a:prstGeom prst="rect">
            <a:avLst/>
          </a:prstGeom>
          <a:noFill/>
          <a:ln w="0">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97" name="PlaceHolder 2"/>
          <p:cNvSpPr>
            <a:spLocks noGrp="1"/>
          </p:cNvSpPr>
          <p:nvPr>
            <p:ph type="title"/>
          </p:nvPr>
        </p:nvSpPr>
        <p:spPr>
          <a:xfrm>
            <a:off x="977760" y="1622520"/>
            <a:ext cx="3421800" cy="57240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sp>
        <p:nvSpPr>
          <p:cNvPr id="98" name="PlaceHolder 3"/>
          <p:cNvSpPr>
            <a:spLocks noGrp="1"/>
          </p:cNvSpPr>
          <p:nvPr>
            <p:ph type="title"/>
          </p:nvPr>
        </p:nvSpPr>
        <p:spPr>
          <a:xfrm>
            <a:off x="4744080" y="1622520"/>
            <a:ext cx="3421800" cy="572400"/>
          </a:xfrm>
          <a:prstGeom prst="rect">
            <a:avLst/>
          </a:prstGeom>
          <a:noFill/>
          <a:ln w="0">
            <a:noFill/>
          </a:ln>
        </p:spPr>
        <p:txBody>
          <a:bodyPr lIns="91440" tIns="91440" rIns="91440" bIns="91440" anchor="b">
            <a:noAutofit/>
          </a:bodyPr>
          <a:lstStyle/>
          <a:p>
            <a:pPr indent="0">
              <a:buNone/>
            </a:pPr>
            <a:r>
              <a:rPr lang="fr-FR" sz="1800" b="0" u="none" strike="noStrike">
                <a:solidFill>
                  <a:schemeClr val="dk1"/>
                </a:solidFill>
                <a:effectLst/>
                <a:uFillTx/>
                <a:latin typeface="Arial"/>
              </a:rPr>
              <a:t>Click to edit the title text format</a:t>
            </a:r>
          </a:p>
        </p:txBody>
      </p:sp>
      <p:pic>
        <p:nvPicPr>
          <p:cNvPr id="99" name="Google Shape;36;p5"/>
          <p:cNvPicPr/>
          <p:nvPr/>
        </p:nvPicPr>
        <p:blipFill>
          <a:blip r:embed="rId2">
            <a:alphaModFix amt="67000"/>
          </a:blip>
          <a:srcRect l="5148" r="5141"/>
          <a:stretch/>
        </p:blipFill>
        <p:spPr>
          <a:xfrm rot="19800000" flipH="1">
            <a:off x="-1662120" y="2021040"/>
            <a:ext cx="3453480" cy="4295880"/>
          </a:xfrm>
          <a:prstGeom prst="rect">
            <a:avLst/>
          </a:prstGeom>
          <a:noFill/>
          <a:ln w="0">
            <a:noFill/>
          </a:ln>
        </p:spPr>
      </p:pic>
      <p:sp>
        <p:nvSpPr>
          <p:cNvPr id="100" name="Google Shape;37;p5"/>
          <p:cNvSpPr/>
          <p:nvPr/>
        </p:nvSpPr>
        <p:spPr>
          <a:xfrm>
            <a:off x="-698760" y="4214520"/>
            <a:ext cx="2296800" cy="67536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pic>
        <p:nvPicPr>
          <p:cNvPr id="101" name="Google Shape;38;p5"/>
          <p:cNvPicPr/>
          <p:nvPr/>
        </p:nvPicPr>
        <p:blipFill>
          <a:blip r:embed="rId3">
            <a:alphaModFix amt="61000"/>
          </a:blip>
          <a:stretch/>
        </p:blipFill>
        <p:spPr>
          <a:xfrm rot="19800000" flipH="1">
            <a:off x="-658440" y="4092480"/>
            <a:ext cx="3297600" cy="2365560"/>
          </a:xfrm>
          <a:prstGeom prst="rect">
            <a:avLst/>
          </a:prstGeom>
          <a:noFill/>
          <a:ln w="0">
            <a:noFill/>
          </a:ln>
        </p:spPr>
      </p:pic>
      <p:sp>
        <p:nvSpPr>
          <p:cNvPr id="102" name="Google Shape;39;p5"/>
          <p:cNvSpPr/>
          <p:nvPr/>
        </p:nvSpPr>
        <p:spPr>
          <a:xfrm>
            <a:off x="8424000" y="813960"/>
            <a:ext cx="2890440" cy="4216320"/>
          </a:xfrm>
          <a:prstGeom prst="round2SameRect">
            <a:avLst>
              <a:gd name="adj1" fmla="val 50000"/>
              <a:gd name="adj2" fmla="val 0"/>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0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pic>
        <p:nvPicPr>
          <p:cNvPr id="104" name="Google Shape;42;p6"/>
          <p:cNvPicPr/>
          <p:nvPr/>
        </p:nvPicPr>
        <p:blipFill>
          <a:blip r:embed="rId2">
            <a:alphaModFix amt="49000"/>
          </a:blip>
          <a:srcRect l="-2360" t="1001" r="2360" b="-1001"/>
          <a:stretch/>
        </p:blipFill>
        <p:spPr>
          <a:xfrm>
            <a:off x="-1851120" y="-835200"/>
            <a:ext cx="2593080" cy="3180240"/>
          </a:xfrm>
          <a:prstGeom prst="rect">
            <a:avLst/>
          </a:prstGeom>
          <a:noFill/>
          <a:ln w="0">
            <a:noFill/>
          </a:ln>
        </p:spPr>
      </p:pic>
      <p:pic>
        <p:nvPicPr>
          <p:cNvPr id="105" name="Google Shape;43;p6"/>
          <p:cNvPicPr/>
          <p:nvPr/>
        </p:nvPicPr>
        <p:blipFill>
          <a:blip r:embed="rId3"/>
          <a:stretch/>
        </p:blipFill>
        <p:spPr>
          <a:xfrm>
            <a:off x="8098200" y="2737800"/>
            <a:ext cx="2438640" cy="3254400"/>
          </a:xfrm>
          <a:prstGeom prst="rect">
            <a:avLst/>
          </a:prstGeom>
          <a:noFill/>
          <a:ln w="0">
            <a:noFill/>
          </a:ln>
        </p:spPr>
      </p:pic>
      <p:cxnSp>
        <p:nvCxnSpPr>
          <p:cNvPr id="106" name="Google Shape;44;p6"/>
          <p:cNvCxnSpPr/>
          <p:nvPr/>
        </p:nvCxnSpPr>
        <p:spPr>
          <a:xfrm flipV="1">
            <a:off x="7995960" y="-215640"/>
            <a:ext cx="907920" cy="907560"/>
          </a:xfrm>
          <a:prstGeom prst="straightConnector1">
            <a:avLst/>
          </a:prstGeom>
          <a:ln w="9525">
            <a:solidFill>
              <a:srgbClr val="000000"/>
            </a:solidFill>
            <a:round/>
          </a:ln>
        </p:spPr>
      </p:cxnSp>
      <p:sp>
        <p:nvSpPr>
          <p:cNvPr id="10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21" name="PlaceHolder 1"/>
          <p:cNvSpPr>
            <a:spLocks noGrp="1"/>
          </p:cNvSpPr>
          <p:nvPr>
            <p:ph type="body"/>
          </p:nvPr>
        </p:nvSpPr>
        <p:spPr>
          <a:xfrm>
            <a:off x="720000" y="1570680"/>
            <a:ext cx="4046760" cy="21859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2" name="PlaceHolder 2"/>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2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24" name="PlaceHolder 2"/>
          <p:cNvSpPr>
            <a:spLocks noGrp="1"/>
          </p:cNvSpPr>
          <p:nvPr>
            <p:ph type="body"/>
          </p:nvPr>
        </p:nvSpPr>
        <p:spPr>
          <a:xfrm>
            <a:off x="720000" y="2269080"/>
            <a:ext cx="7703640" cy="604800"/>
          </a:xfrm>
          <a:prstGeom prst="rect">
            <a:avLst/>
          </a:prstGeom>
          <a:noFill/>
          <a:ln w="9360">
            <a:solidFill>
              <a:srgbClr val="000000"/>
            </a:solidFill>
            <a:round/>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40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40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40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40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4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4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40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716760" y="510840"/>
            <a:ext cx="771012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theme" Target="../theme/theme1.xml" /><Relationship Id="rId1" Type="http://schemas.openxmlformats.org/officeDocument/2006/relationships/slideLayout" Target="../slideLayouts/slideLayout1.xml" /><Relationship Id="rId5" Type="http://schemas.openxmlformats.org/officeDocument/2006/relationships/image" Target="../media/image3.png" /><Relationship Id="rId4" Type="http://schemas.openxmlformats.org/officeDocument/2006/relationships/image" Target="../media/image2.png"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 /><Relationship Id="rId3" Type="http://schemas.openxmlformats.org/officeDocument/2006/relationships/slideLayout" Target="../slideLayouts/slideLayout4.xml" /><Relationship Id="rId7" Type="http://schemas.openxmlformats.org/officeDocument/2006/relationships/slideLayout" Target="../slideLayouts/slideLayout8.xml" /><Relationship Id="rId2" Type="http://schemas.openxmlformats.org/officeDocument/2006/relationships/slideLayout" Target="../slideLayouts/slideLayout3.xml" /><Relationship Id="rId1" Type="http://schemas.openxmlformats.org/officeDocument/2006/relationships/slideLayout" Target="../slideLayouts/slideLayout2.xml" /><Relationship Id="rId6" Type="http://schemas.openxmlformats.org/officeDocument/2006/relationships/slideLayout" Target="../slideLayouts/slideLayout7.xml" /><Relationship Id="rId5" Type="http://schemas.openxmlformats.org/officeDocument/2006/relationships/slideLayout" Target="../slideLayouts/slideLayout6.xml" /><Relationship Id="rId10" Type="http://schemas.openxmlformats.org/officeDocument/2006/relationships/theme" Target="../theme/theme2.xml" /><Relationship Id="rId4" Type="http://schemas.openxmlformats.org/officeDocument/2006/relationships/slideLayout" Target="../slideLayouts/slideLayout5.xml" /><Relationship Id="rId9" Type="http://schemas.openxmlformats.org/officeDocument/2006/relationships/slideLayout" Target="../slideLayouts/slideLayout10.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8.xml" /><Relationship Id="rId13" Type="http://schemas.openxmlformats.org/officeDocument/2006/relationships/slideLayout" Target="../slideLayouts/slideLayout23.xml" /><Relationship Id="rId3" Type="http://schemas.openxmlformats.org/officeDocument/2006/relationships/slideLayout" Target="../slideLayouts/slideLayout13.xml" /><Relationship Id="rId7" Type="http://schemas.openxmlformats.org/officeDocument/2006/relationships/slideLayout" Target="../slideLayouts/slideLayout17.xml" /><Relationship Id="rId12" Type="http://schemas.openxmlformats.org/officeDocument/2006/relationships/slideLayout" Target="../slideLayouts/slideLayout22.xml" /><Relationship Id="rId2" Type="http://schemas.openxmlformats.org/officeDocument/2006/relationships/slideLayout" Target="../slideLayouts/slideLayout12.xml" /><Relationship Id="rId1" Type="http://schemas.openxmlformats.org/officeDocument/2006/relationships/slideLayout" Target="../slideLayouts/slideLayout11.xml" /><Relationship Id="rId6" Type="http://schemas.openxmlformats.org/officeDocument/2006/relationships/slideLayout" Target="../slideLayouts/slideLayout16.xml" /><Relationship Id="rId11" Type="http://schemas.openxmlformats.org/officeDocument/2006/relationships/slideLayout" Target="../slideLayouts/slideLayout21.xml" /><Relationship Id="rId5" Type="http://schemas.openxmlformats.org/officeDocument/2006/relationships/slideLayout" Target="../slideLayouts/slideLayout15.xml" /><Relationship Id="rId10" Type="http://schemas.openxmlformats.org/officeDocument/2006/relationships/slideLayout" Target="../slideLayouts/slideLayout20.xml" /><Relationship Id="rId4" Type="http://schemas.openxmlformats.org/officeDocument/2006/relationships/slideLayout" Target="../slideLayouts/slideLayout14.xml" /><Relationship Id="rId9" Type="http://schemas.openxmlformats.org/officeDocument/2006/relationships/slideLayout" Target="../slideLayouts/slideLayout19.xml" /><Relationship Id="rId14" Type="http://schemas.openxmlformats.org/officeDocument/2006/relationships/theme" Target="../theme/theme3.xml" /></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 /><Relationship Id="rId2" Type="http://schemas.openxmlformats.org/officeDocument/2006/relationships/slideLayout" Target="../slideLayouts/slideLayout25.xml" /><Relationship Id="rId1" Type="http://schemas.openxmlformats.org/officeDocument/2006/relationships/slideLayout" Target="../slideLayouts/slideLayout2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8" name="Google Shape;9;p2"/>
          <p:cNvPicPr/>
          <p:nvPr/>
        </p:nvPicPr>
        <p:blipFill>
          <a:blip r:embed="rId3"/>
          <a:stretch/>
        </p:blipFill>
        <p:spPr>
          <a:xfrm>
            <a:off x="5623560" y="-2210040"/>
            <a:ext cx="5243400" cy="5100840"/>
          </a:xfrm>
          <a:prstGeom prst="rect">
            <a:avLst/>
          </a:prstGeom>
          <a:noFill/>
          <a:ln w="0">
            <a:noFill/>
          </a:ln>
        </p:spPr>
      </p:pic>
      <p:pic>
        <p:nvPicPr>
          <p:cNvPr id="9" name="Google Shape;10;p2"/>
          <p:cNvPicPr/>
          <p:nvPr/>
        </p:nvPicPr>
        <p:blipFill>
          <a:blip r:embed="rId4">
            <a:alphaModFix amt="88000"/>
          </a:blip>
          <a:stretch/>
        </p:blipFill>
        <p:spPr>
          <a:xfrm>
            <a:off x="-686520" y="3439440"/>
            <a:ext cx="3297600" cy="2766600"/>
          </a:xfrm>
          <a:prstGeom prst="rect">
            <a:avLst/>
          </a:prstGeom>
          <a:noFill/>
          <a:ln w="0">
            <a:noFill/>
          </a:ln>
        </p:spPr>
      </p:pic>
      <p:pic>
        <p:nvPicPr>
          <p:cNvPr id="2" name="Google Shape;11;p2"/>
          <p:cNvPicPr/>
          <p:nvPr/>
        </p:nvPicPr>
        <p:blipFill>
          <a:blip r:embed="rId5">
            <a:alphaModFix amt="67000"/>
          </a:blip>
          <a:srcRect l="5148" r="5141"/>
          <a:stretch/>
        </p:blipFill>
        <p:spPr>
          <a:xfrm>
            <a:off x="-1577880" y="2571840"/>
            <a:ext cx="3453480" cy="3359520"/>
          </a:xfrm>
          <a:prstGeom prst="rect">
            <a:avLst/>
          </a:prstGeom>
          <a:noFill/>
          <a:ln w="0">
            <a:noFill/>
          </a:ln>
        </p:spPr>
      </p:pic>
      <p:sp>
        <p:nvSpPr>
          <p:cNvPr id="3" name="PlaceHolder 1"/>
          <p:cNvSpPr>
            <a:spLocks noGrp="1"/>
          </p:cNvSpPr>
          <p:nvPr>
            <p:ph type="title"/>
          </p:nvPr>
        </p:nvSpPr>
        <p:spPr>
          <a:xfrm>
            <a:off x="1622160" y="1508760"/>
            <a:ext cx="5899320" cy="1665360"/>
          </a:xfrm>
          <a:prstGeom prst="rect">
            <a:avLst/>
          </a:prstGeom>
          <a:noFill/>
          <a:ln w="0">
            <a:noFill/>
          </a:ln>
        </p:spPr>
        <p:txBody>
          <a:bodyPr lIns="91440" tIns="91440" rIns="91440" bIns="91440" anchor="ctr">
            <a:noAutofit/>
          </a:bodyPr>
          <a:lstStyle/>
          <a:p>
            <a:pPr indent="0">
              <a:buNone/>
            </a:pPr>
            <a:r>
              <a:rPr lang="fr-FR" sz="5500" b="0" u="none" strike="noStrike">
                <a:solidFill>
                  <a:schemeClr val="dk1"/>
                </a:solidFill>
                <a:effectLst/>
                <a:uFillTx/>
                <a:latin typeface="Arial"/>
              </a:rPr>
              <a:t>Click to edit the title text format</a:t>
            </a:r>
          </a:p>
        </p:txBody>
      </p:sp>
      <p:grpSp>
        <p:nvGrpSpPr>
          <p:cNvPr id="4" name="Google Shape;14;p2"/>
          <p:cNvGrpSpPr/>
          <p:nvPr/>
        </p:nvGrpSpPr>
        <p:grpSpPr>
          <a:xfrm>
            <a:off x="8013240" y="2614320"/>
            <a:ext cx="1635480" cy="1983240"/>
            <a:chOff x="8013240" y="2614320"/>
            <a:chExt cx="1635480" cy="1983240"/>
          </a:xfrm>
        </p:grpSpPr>
        <p:sp>
          <p:nvSpPr>
            <p:cNvPr id="5" name="Google Shape;15;p2"/>
            <p:cNvSpPr/>
            <p:nvPr/>
          </p:nvSpPr>
          <p:spPr>
            <a:xfrm>
              <a:off x="8308800" y="2614320"/>
              <a:ext cx="1339920" cy="133992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6" name="Google Shape;16;p2"/>
            <p:cNvCxnSpPr/>
            <p:nvPr/>
          </p:nvCxnSpPr>
          <p:spPr>
            <a:xfrm flipV="1">
              <a:off x="8013240" y="3690000"/>
              <a:ext cx="907920" cy="907920"/>
            </a:xfrm>
            <a:prstGeom prst="straightConnector1">
              <a:avLst/>
            </a:prstGeom>
            <a:ln w="9525">
              <a:solidFill>
                <a:srgbClr val="000000"/>
              </a:solidFill>
              <a:round/>
            </a:ln>
          </p:spPr>
        </p:cxnSp>
      </p:grpSp>
      <p:sp>
        <p:nvSpPr>
          <p:cNvPr id="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 bg1="lt1" tx1="dk1" bg2="dk2" tx2="lt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 id="214748367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 /></Relationships>
</file>

<file path=ppt/slides/_rels/slide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 /></Relationships>
</file>

<file path=ppt/slides/_rels/slide9.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619280" y="1504800"/>
            <a:ext cx="5895720" cy="1666440"/>
          </a:xfrm>
          <a:prstGeom prst="rect">
            <a:avLst/>
          </a:prstGeom>
          <a:noFill/>
          <a:ln w="0">
            <a:noFill/>
          </a:ln>
        </p:spPr>
        <p:txBody>
          <a:bodyPr lIns="91440" tIns="91440" rIns="91440" bIns="91440" anchor="ctr">
            <a:normAutofit/>
          </a:bodyPr>
          <a:lstStyle/>
          <a:p>
            <a:pPr indent="0" algn="ctr">
              <a:lnSpc>
                <a:spcPct val="80000"/>
              </a:lnSpc>
              <a:buNone/>
              <a:tabLst>
                <a:tab pos="0" algn="l"/>
              </a:tabLst>
            </a:pPr>
            <a:r>
              <a:rPr lang="en-US" sz="5500" b="1" u="none" strike="noStrike">
                <a:solidFill>
                  <a:schemeClr val="dk1"/>
                </a:solidFill>
                <a:effectLst/>
                <a:uFillTx/>
                <a:latin typeface="Raleway SemiBold"/>
                <a:ea typeface="Raleway"/>
              </a:rPr>
              <a:t>Selenium </a:t>
            </a:r>
            <a:r>
              <a:rPr lang="en-US" sz="4000" b="0" u="none" strike="noStrike">
                <a:solidFill>
                  <a:schemeClr val="dk1"/>
                </a:solidFill>
                <a:effectLst/>
                <a:uFillTx/>
                <a:latin typeface="Raleway"/>
                <a:ea typeface="Raleway"/>
              </a:rPr>
              <a:t>Project</a:t>
            </a:r>
            <a:endParaRPr lang="fr-FR" sz="4000" b="0" u="none" strike="noStrike">
              <a:solidFill>
                <a:schemeClr val="dk1"/>
              </a:solidFill>
              <a:effectLst/>
              <a:uFillTx/>
              <a:latin typeface="Arial"/>
            </a:endParaRPr>
          </a:p>
        </p:txBody>
      </p:sp>
      <p:sp>
        <p:nvSpPr>
          <p:cNvPr id="127" name="PlaceHolder 2"/>
          <p:cNvSpPr>
            <a:spLocks noGrp="1"/>
          </p:cNvSpPr>
          <p:nvPr>
            <p:ph type="subTitle"/>
          </p:nvPr>
        </p:nvSpPr>
        <p:spPr>
          <a:xfrm>
            <a:off x="2200320" y="3276720"/>
            <a:ext cx="4752720" cy="45684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1600" b="0" u="none" strike="noStrike">
                <a:solidFill>
                  <a:schemeClr val="dk1"/>
                </a:solidFill>
                <a:effectLst/>
                <a:uFillTx/>
                <a:latin typeface="Open Sans"/>
                <a:ea typeface="Open Sans"/>
              </a:rPr>
              <a:t>Amazon Laptop Search Automation</a:t>
            </a:r>
            <a:endParaRPr lang="en-US" sz="1600" b="0" u="none" strike="noStrike">
              <a:solidFill>
                <a:srgbClr val="000000"/>
              </a:solidFill>
              <a:effectLst/>
              <a:uFillTx/>
              <a:latin typeface="OpenSymbol"/>
            </a:endParaRPr>
          </a:p>
        </p:txBody>
      </p:sp>
      <p:sp>
        <p:nvSpPr>
          <p:cNvPr id="128" name="Google Shape;179;p27"/>
          <p:cNvSpPr/>
          <p:nvPr/>
        </p:nvSpPr>
        <p:spPr>
          <a:xfrm>
            <a:off x="-1523880" y="885960"/>
            <a:ext cx="2885760" cy="3619080"/>
          </a:xfrm>
          <a:prstGeom prst="rect">
            <a:avLst/>
          </a:prstGeom>
          <a:noFill/>
          <a:ln w="0">
            <a:noFill/>
          </a:ln>
        </p:spPr>
        <p:style>
          <a:lnRef idx="0">
            <a:scrgbClr r="0" g="0" b="0"/>
          </a:lnRef>
          <a:fillRef idx="0">
            <a:scrgbClr r="0" g="0" b="0"/>
          </a:fillRef>
          <a:effectRef idx="0">
            <a:scrgbClr r="0" g="0" b="0"/>
          </a:effectRef>
          <a:fontRef idx="minor"/>
        </p:style>
        <p:txBody>
          <a:bodyPr lIns="870823080" tIns="1809720" rIns="870823080" bIns="1809720" anchor="t">
            <a:normAutofit fontScale="25000" lnSpcReduction="19999"/>
          </a:bodyPr>
          <a:lstStyle/>
          <a:p>
            <a:pPr algn="ctr" defTabSz="914400">
              <a:lnSpc>
                <a:spcPct val="100000"/>
              </a:lnSpc>
              <a:tabLst>
                <a:tab pos="0" algn="l"/>
              </a:tabLst>
            </a:pPr>
            <a:endParaRPr lang="fr-FR" sz="1800" b="0" u="none" strike="noStrike">
              <a:solidFill>
                <a:schemeClr val="dk1"/>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923760" y="1247760"/>
            <a:ext cx="4885920" cy="13237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000" b="1" u="none" strike="noStrike">
                <a:solidFill>
                  <a:schemeClr val="dk1"/>
                </a:solidFill>
                <a:effectLst/>
                <a:uFillTx/>
                <a:latin typeface="Raleway"/>
                <a:ea typeface="Raleway"/>
              </a:rPr>
              <a:t>Introduction </a:t>
            </a:r>
            <a:endParaRPr lang="fr-FR" sz="4000" b="0" u="none" strike="noStrike">
              <a:solidFill>
                <a:schemeClr val="dk1"/>
              </a:solidFill>
              <a:effectLst/>
              <a:uFillTx/>
              <a:latin typeface="Arial"/>
            </a:endParaRPr>
          </a:p>
        </p:txBody>
      </p:sp>
      <p:sp>
        <p:nvSpPr>
          <p:cNvPr id="130" name="PlaceHolder 2"/>
          <p:cNvSpPr>
            <a:spLocks noGrp="1"/>
          </p:cNvSpPr>
          <p:nvPr>
            <p:ph type="subTitle"/>
          </p:nvPr>
        </p:nvSpPr>
        <p:spPr>
          <a:xfrm>
            <a:off x="923760" y="2647800"/>
            <a:ext cx="4885920" cy="1171080"/>
          </a:xfrm>
          <a:prstGeom prst="rect">
            <a:avLst/>
          </a:prstGeom>
          <a:noFill/>
          <a:ln w="0">
            <a:noFill/>
          </a:ln>
        </p:spPr>
        <p:txBody>
          <a:bodyPr lIns="91440" tIns="91440" rIns="91440" bIns="91440" anchor="t">
            <a:normAutofit fontScale="62500" lnSpcReduction="19999"/>
          </a:bodyPr>
          <a:lstStyle/>
          <a:p>
            <a:pPr indent="0">
              <a:lnSpc>
                <a:spcPct val="150000"/>
              </a:lnSpc>
              <a:buNone/>
              <a:tabLst>
                <a:tab pos="0" algn="l"/>
              </a:tabLst>
            </a:pPr>
            <a:r>
              <a:rPr lang="en-US" sz="1600" b="0" u="none" strike="noStrike">
                <a:solidFill>
                  <a:schemeClr val="dk1"/>
                </a:solidFill>
                <a:effectLst/>
                <a:uFillTx/>
                <a:latin typeface="Open Sans"/>
                <a:ea typeface="Open Sans"/>
              </a:rPr>
              <a:t>This presentation covers the automation of laptop searches on Amazon using </a:t>
            </a:r>
            <a:r>
              <a:rPr lang="en-US" sz="1600" b="1" u="none" strike="noStrike">
                <a:solidFill>
                  <a:schemeClr val="dk1"/>
                </a:solidFill>
                <a:effectLst/>
                <a:uFillTx/>
                <a:latin typeface="Open Sans"/>
                <a:ea typeface="Open Sans"/>
              </a:rPr>
              <a:t>Selenium</a:t>
            </a:r>
            <a:r>
              <a:rPr lang="en-US" sz="1600" b="0" u="none" strike="noStrike">
                <a:solidFill>
                  <a:schemeClr val="dk1"/>
                </a:solidFill>
                <a:effectLst/>
                <a:uFillTx/>
                <a:latin typeface="Open Sans"/>
                <a:ea typeface="Open Sans"/>
              </a:rPr>
              <a:t> combined with </a:t>
            </a:r>
            <a:r>
              <a:rPr lang="en-US" sz="1600" b="1" u="none" strike="noStrike">
                <a:solidFill>
                  <a:schemeClr val="dk1"/>
                </a:solidFill>
                <a:effectLst/>
                <a:uFillTx/>
                <a:latin typeface="Open Sans"/>
                <a:ea typeface="Open Sans"/>
              </a:rPr>
              <a:t>Cucumber</a:t>
            </a:r>
            <a:r>
              <a:rPr lang="en-US" sz="1600" b="0" u="none" strike="noStrike">
                <a:solidFill>
                  <a:schemeClr val="dk1"/>
                </a:solidFill>
                <a:effectLst/>
                <a:uFillTx/>
                <a:latin typeface="Open Sans"/>
                <a:ea typeface="Open Sans"/>
              </a:rPr>
              <a:t> and </a:t>
            </a:r>
            <a:r>
              <a:rPr lang="en-US" sz="1600" b="1" u="none" strike="noStrike">
                <a:solidFill>
                  <a:schemeClr val="dk1"/>
                </a:solidFill>
                <a:effectLst/>
                <a:uFillTx/>
                <a:latin typeface="Open Sans"/>
                <a:ea typeface="Open Sans"/>
              </a:rPr>
              <a:t>Gherkin</a:t>
            </a:r>
            <a:r>
              <a:rPr lang="en-US" sz="1600" b="0" u="none" strike="noStrike">
                <a:solidFill>
                  <a:schemeClr val="dk1"/>
                </a:solidFill>
                <a:effectLst/>
                <a:uFillTx/>
                <a:latin typeface="Open Sans"/>
                <a:ea typeface="Open Sans"/>
              </a:rPr>
              <a:t> for behavior-driven development. It demonstrates how to filter limited-time laptop deals and rank the top 10 laptops by discount percentage. The project also includes comprehensive logging and reporting using Allure for enhanced test result visualization.</a:t>
            </a:r>
            <a:endParaRPr lang="en-US" sz="1600" b="0" u="none" strike="noStrike">
              <a:solidFill>
                <a:srgbClr val="000000"/>
              </a:solidFill>
              <a:effectLst/>
              <a:uFillTx/>
              <a:latin typeface="OpenSymbol"/>
            </a:endParaRPr>
          </a:p>
        </p:txBody>
      </p:sp>
      <p:grpSp>
        <p:nvGrpSpPr>
          <p:cNvPr id="131" name="Google Shape;224;p31"/>
          <p:cNvGrpSpPr/>
          <p:nvPr/>
        </p:nvGrpSpPr>
        <p:grpSpPr>
          <a:xfrm>
            <a:off x="6610320" y="1622520"/>
            <a:ext cx="1666800" cy="1972800"/>
            <a:chOff x="6610320" y="1622520"/>
            <a:chExt cx="1666800" cy="1972800"/>
          </a:xfrm>
        </p:grpSpPr>
        <p:sp>
          <p:nvSpPr>
            <p:cNvPr id="132" name="Google Shape;225;p31"/>
            <p:cNvSpPr/>
            <p:nvPr/>
          </p:nvSpPr>
          <p:spPr>
            <a:xfrm>
              <a:off x="6937200" y="1622520"/>
              <a:ext cx="1339920" cy="133992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33" name="Google Shape;226;p31"/>
            <p:cNvCxnSpPr/>
            <p:nvPr/>
          </p:nvCxnSpPr>
          <p:spPr>
            <a:xfrm flipV="1">
              <a:off x="6610320" y="2687760"/>
              <a:ext cx="907920" cy="907920"/>
            </a:xfrm>
            <a:prstGeom prst="straightConnector1">
              <a:avLst/>
            </a:prstGeom>
            <a:ln w="9525">
              <a:solidFill>
                <a:srgbClr val="000000"/>
              </a:solidFill>
              <a:roun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Rectangle 133"/>
          <p:cNvSpPr/>
          <p:nvPr/>
        </p:nvSpPr>
        <p:spPr>
          <a:xfrm>
            <a:off x="95256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35" name="Rectangle 134"/>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Raleway"/>
              </a:rPr>
              <a:t>Selenium Project </a:t>
            </a:r>
            <a:r>
              <a:rPr lang="en-US" sz="4000" b="0" u="none" strike="noStrike">
                <a:solidFill>
                  <a:schemeClr val="dk1"/>
                </a:solidFill>
                <a:effectLst/>
                <a:uFillTx/>
                <a:latin typeface="Raleway Medium"/>
              </a:rPr>
              <a:t>Overview</a:t>
            </a:r>
            <a:endParaRPr lang="en-US" sz="4000" b="0" u="none" strike="noStrike">
              <a:solidFill>
                <a:srgbClr val="000000"/>
              </a:solidFill>
              <a:effectLst/>
              <a:uFillTx/>
              <a:latin typeface="OpenSymbo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723960" y="447840"/>
            <a:ext cx="7705440" cy="571320"/>
          </a:xfrm>
          <a:prstGeom prst="rect">
            <a:avLst/>
          </a:prstGeom>
          <a:noFill/>
          <a:ln w="0">
            <a:noFill/>
          </a:ln>
        </p:spPr>
        <p:txBody>
          <a:bodyPr lIns="91440" tIns="91440" rIns="91440" bIns="91440" anchor="t">
            <a:normAutofit fontScale="92500" lnSpcReduction="9999"/>
          </a:bodyPr>
          <a:lstStyle/>
          <a:p>
            <a:pPr indent="0">
              <a:lnSpc>
                <a:spcPct val="100000"/>
              </a:lnSpc>
              <a:buNone/>
              <a:tabLst>
                <a:tab pos="0" algn="l"/>
              </a:tabLst>
            </a:pPr>
            <a:r>
              <a:rPr lang="en-US" sz="3000" b="1" u="none" strike="noStrike">
                <a:solidFill>
                  <a:schemeClr val="dk1"/>
                </a:solidFill>
                <a:effectLst/>
                <a:uFillTx/>
                <a:latin typeface="Raleway"/>
                <a:ea typeface="Raleway"/>
              </a:rPr>
              <a:t>Introduction to Selenium </a:t>
            </a:r>
            <a:r>
              <a:rPr lang="en-US" sz="3000" b="0" u="none" strike="noStrike">
                <a:solidFill>
                  <a:schemeClr val="dk1"/>
                </a:solidFill>
                <a:effectLst/>
                <a:uFillTx/>
                <a:latin typeface="Raleway"/>
                <a:ea typeface="Raleway"/>
              </a:rPr>
              <a:t>and Cucumber</a:t>
            </a:r>
            <a:endParaRPr lang="fr-FR" sz="3000" b="0" u="none" strike="noStrike">
              <a:solidFill>
                <a:schemeClr val="dk1"/>
              </a:solidFill>
              <a:effectLst/>
              <a:uFillTx/>
              <a:latin typeface="Arial"/>
            </a:endParaRPr>
          </a:p>
        </p:txBody>
      </p:sp>
      <p:sp>
        <p:nvSpPr>
          <p:cNvPr id="137" name="PlaceHolder 2"/>
          <p:cNvSpPr>
            <a:spLocks noGrp="1"/>
          </p:cNvSpPr>
          <p:nvPr>
            <p:ph type="subTitle"/>
          </p:nvPr>
        </p:nvSpPr>
        <p:spPr>
          <a:xfrm>
            <a:off x="1171440" y="2114640"/>
            <a:ext cx="4000320" cy="179028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a:solidFill>
                  <a:schemeClr val="dk1"/>
                </a:solidFill>
                <a:effectLst/>
                <a:uFillTx/>
                <a:latin typeface="Open Sans"/>
                <a:ea typeface="Open Sans"/>
              </a:rPr>
              <a:t>Selenium is a powerful open-source tool for web automation, widely used for testing web applications. Cucumber complements Selenium by enabling Behavior-Driven Development (BDD) through readable test scenarios in natural language. Together, they allow for robust and maintainable test automation scripts that simulate user interactions on Amazons website.</a:t>
            </a:r>
            <a:endParaRPr lang="en-US" sz="1200" b="0" u="none" strike="noStrike">
              <a:solidFill>
                <a:srgbClr val="000000"/>
              </a:solidFill>
              <a:effectLst/>
              <a:uFillTx/>
              <a:latin typeface="OpenSymbol"/>
            </a:endParaRPr>
          </a:p>
        </p:txBody>
      </p:sp>
      <p:sp>
        <p:nvSpPr>
          <p:cNvPr id="138" name="Google Shape;430;p45"/>
          <p:cNvSpPr/>
          <p:nvPr/>
        </p:nvSpPr>
        <p:spPr>
          <a:xfrm>
            <a:off x="5716800" y="1060200"/>
            <a:ext cx="2489040" cy="3449160"/>
          </a:xfrm>
          <a:prstGeom prst="round2SameRect">
            <a:avLst>
              <a:gd name="adj1" fmla="val 50000"/>
              <a:gd name="adj2" fmla="val 0"/>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13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dk1"/>
                </a:solidFill>
                <a:effectLst/>
                <a:uFillTx/>
                <a:latin typeface="Raleway"/>
              </a:rPr>
              <a:t>Using Gherkin for </a:t>
            </a:r>
            <a:r>
              <a:rPr lang="en-US" sz="3000" b="0" u="none" strike="noStrike">
                <a:solidFill>
                  <a:schemeClr val="dk1"/>
                </a:solidFill>
                <a:effectLst/>
                <a:uFillTx/>
                <a:latin typeface="Raleway Medium"/>
              </a:rPr>
              <a:t>Behavior-Driven Development</a:t>
            </a:r>
            <a:endParaRPr lang="en-US" sz="3000" b="0" u="none" strike="noStrike">
              <a:solidFill>
                <a:srgbClr val="000000"/>
              </a:solidFill>
              <a:effectLst/>
              <a:uFillTx/>
              <a:latin typeface="OpenSymbol"/>
            </a:endParaRPr>
          </a:p>
        </p:txBody>
      </p:sp>
      <p:sp>
        <p:nvSpPr>
          <p:cNvPr id="140" name="Rectangle 13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Open Sans"/>
              </a:rPr>
              <a:t>Gherkin syntax is used to write structured, human-readable test cases, facilitating communication between technical and non-technical stakeholders. It defines features with scenarios composed of Given, When, Then steps, ensuring clarity and precision in describing test behavior for the Amazon laptop search and discount ranking automation.</a:t>
            </a:r>
            <a:endParaRPr lang="en-US" sz="12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923760" y="1247760"/>
            <a:ext cx="4885920" cy="1323720"/>
          </a:xfrm>
          <a:prstGeom prst="rect">
            <a:avLst/>
          </a:prstGeom>
          <a:noFill/>
          <a:ln w="0">
            <a:noFill/>
          </a:ln>
        </p:spPr>
        <p:txBody>
          <a:bodyPr lIns="91440" tIns="91440" rIns="91440" bIns="91440" anchor="b">
            <a:normAutofit lnSpcReduction="9999"/>
          </a:bodyPr>
          <a:lstStyle/>
          <a:p>
            <a:pPr indent="0">
              <a:lnSpc>
                <a:spcPct val="100000"/>
              </a:lnSpc>
              <a:buNone/>
              <a:tabLst>
                <a:tab pos="0" algn="l"/>
              </a:tabLst>
            </a:pPr>
            <a:r>
              <a:rPr lang="en-US" sz="4000" b="1" u="none" strike="noStrike">
                <a:solidFill>
                  <a:schemeClr val="dk1"/>
                </a:solidFill>
                <a:effectLst/>
                <a:uFillTx/>
                <a:latin typeface="Raleway"/>
                <a:ea typeface="Raleway"/>
              </a:rPr>
              <a:t>Setting Up the Amazon </a:t>
            </a:r>
            <a:r>
              <a:rPr lang="en-US" sz="4000" b="0" u="none" strike="noStrike">
                <a:solidFill>
                  <a:schemeClr val="dk1"/>
                </a:solidFill>
                <a:effectLst/>
                <a:uFillTx/>
                <a:latin typeface="Raleway"/>
                <a:ea typeface="Raleway"/>
              </a:rPr>
              <a:t>Laptop Search Scenario</a:t>
            </a:r>
            <a:endParaRPr lang="fr-FR" sz="4000" b="0" u="none" strike="noStrike">
              <a:solidFill>
                <a:schemeClr val="dk1"/>
              </a:solidFill>
              <a:effectLst/>
              <a:uFillTx/>
              <a:latin typeface="Arial"/>
            </a:endParaRPr>
          </a:p>
        </p:txBody>
      </p:sp>
      <p:sp>
        <p:nvSpPr>
          <p:cNvPr id="142" name="PlaceHolder 2"/>
          <p:cNvSpPr>
            <a:spLocks noGrp="1"/>
          </p:cNvSpPr>
          <p:nvPr>
            <p:ph type="subTitle"/>
          </p:nvPr>
        </p:nvSpPr>
        <p:spPr>
          <a:xfrm>
            <a:off x="923760" y="2647800"/>
            <a:ext cx="4885920" cy="1171080"/>
          </a:xfrm>
          <a:prstGeom prst="rect">
            <a:avLst/>
          </a:prstGeom>
          <a:noFill/>
          <a:ln w="0">
            <a:noFill/>
          </a:ln>
        </p:spPr>
        <p:txBody>
          <a:bodyPr lIns="91440" tIns="91440" rIns="91440" bIns="91440" anchor="t">
            <a:normAutofit fontScale="62500" lnSpcReduction="19999"/>
          </a:bodyPr>
          <a:lstStyle/>
          <a:p>
            <a:pPr indent="0">
              <a:lnSpc>
                <a:spcPct val="150000"/>
              </a:lnSpc>
              <a:buNone/>
              <a:tabLst>
                <a:tab pos="0" algn="l"/>
              </a:tabLst>
            </a:pPr>
            <a:r>
              <a:rPr lang="en-US" sz="1600" b="0" u="none" strike="noStrike">
                <a:solidFill>
                  <a:schemeClr val="dk1"/>
                </a:solidFill>
                <a:effectLst/>
                <a:uFillTx/>
                <a:latin typeface="Open Sans"/>
                <a:ea typeface="Open Sans"/>
              </a:rPr>
              <a:t>To initiate the Amazon laptop search automation, the project configures Selenium WebDriver to navigate and interact with the Amazon website. The test scenario involves searching for laptops, applying filters for limited-time deals, and validating the presence of discounted products. This setup provides a foundation for further filtering and data extraction in subsequent steps.</a:t>
            </a:r>
            <a:endParaRPr lang="en-US" sz="1600" b="0" u="none" strike="noStrike">
              <a:solidFill>
                <a:srgbClr val="000000"/>
              </a:solidFill>
              <a:effectLst/>
              <a:uFillTx/>
              <a:latin typeface="OpenSymbol"/>
            </a:endParaRPr>
          </a:p>
        </p:txBody>
      </p:sp>
      <p:grpSp>
        <p:nvGrpSpPr>
          <p:cNvPr id="143" name="Google Shape;224;p31"/>
          <p:cNvGrpSpPr/>
          <p:nvPr/>
        </p:nvGrpSpPr>
        <p:grpSpPr>
          <a:xfrm>
            <a:off x="6610320" y="1622520"/>
            <a:ext cx="1666800" cy="1972800"/>
            <a:chOff x="6610320" y="1622520"/>
            <a:chExt cx="1666800" cy="1972800"/>
          </a:xfrm>
        </p:grpSpPr>
        <p:sp>
          <p:nvSpPr>
            <p:cNvPr id="144" name="Google Shape;225;p31"/>
            <p:cNvSpPr/>
            <p:nvPr/>
          </p:nvSpPr>
          <p:spPr>
            <a:xfrm>
              <a:off x="6937200" y="1622520"/>
              <a:ext cx="1339920" cy="133992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45" name="Google Shape;226;p31"/>
            <p:cNvCxnSpPr/>
            <p:nvPr/>
          </p:nvCxnSpPr>
          <p:spPr>
            <a:xfrm flipV="1">
              <a:off x="6610320" y="2687760"/>
              <a:ext cx="907920" cy="907920"/>
            </a:xfrm>
            <a:prstGeom prst="straightConnector1">
              <a:avLst/>
            </a:prstGeom>
            <a:ln w="9525">
              <a:solidFill>
                <a:srgbClr val="000000"/>
              </a:solidFill>
              <a:roun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ectangle 145"/>
          <p:cNvSpPr/>
          <p:nvPr/>
        </p:nvSpPr>
        <p:spPr>
          <a:xfrm>
            <a:off x="476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000000"/>
              </a:solidFill>
              <a:effectLst/>
              <a:uFillTx/>
              <a:latin typeface="OpenSymbol"/>
            </a:endParaRPr>
          </a:p>
        </p:txBody>
      </p:sp>
      <p:sp>
        <p:nvSpPr>
          <p:cNvPr id="147" name="Rectangle 146"/>
          <p:cNvSpPr/>
          <p:nvPr/>
        </p:nvSpPr>
        <p:spPr>
          <a:xfrm>
            <a:off x="476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9999"/>
          </a:bodyPr>
          <a:lstStyle/>
          <a:p>
            <a:pPr defTabSz="914400">
              <a:lnSpc>
                <a:spcPct val="100000"/>
              </a:lnSpc>
              <a:tabLst>
                <a:tab pos="0" algn="l"/>
              </a:tabLst>
            </a:pPr>
            <a:r>
              <a:rPr lang="en-US" sz="4000" b="1" u="none" strike="noStrike">
                <a:solidFill>
                  <a:schemeClr val="dk1"/>
                </a:solidFill>
                <a:effectLst/>
                <a:uFillTx/>
                <a:latin typeface="Raleway"/>
              </a:rPr>
              <a:t>Test Implementation </a:t>
            </a:r>
            <a:r>
              <a:rPr lang="en-US" sz="4000" b="0" u="none" strike="noStrike">
                <a:solidFill>
                  <a:schemeClr val="dk1"/>
                </a:solidFill>
                <a:effectLst/>
                <a:uFillTx/>
                <a:latin typeface="Raleway Medium"/>
              </a:rPr>
              <a:t>and Reporting</a:t>
            </a:r>
            <a:endParaRPr lang="en-US" sz="4000" b="0" u="none" strike="noStrike">
              <a:solidFill>
                <a:srgbClr val="000000"/>
              </a:solidFill>
              <a:effectLst/>
              <a:uFillTx/>
              <a:latin typeface="OpenSymbol"/>
            </a:endParaRPr>
          </a:p>
        </p:txBody>
      </p:sp>
      <p:pic>
        <p:nvPicPr>
          <p:cNvPr id="148" name="image698da6e0027a3" descr="image698da6e0027a7"/>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Rectangle 148"/>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000" b="1" u="none" strike="noStrike">
                <a:solidFill>
                  <a:schemeClr val="dk1"/>
                </a:solidFill>
                <a:effectLst/>
                <a:uFillTx/>
                <a:latin typeface="Raleway"/>
              </a:rPr>
              <a:t>Automating Laptop Search </a:t>
            </a:r>
            <a:r>
              <a:rPr lang="en-US" sz="3000" b="0" u="none" strike="noStrike">
                <a:solidFill>
                  <a:schemeClr val="dk1"/>
                </a:solidFill>
                <a:effectLst/>
                <a:uFillTx/>
                <a:latin typeface="Raleway Medium"/>
              </a:rPr>
              <a:t>and Deal Filtering</a:t>
            </a:r>
            <a:endParaRPr lang="en-US" sz="3000" b="0" u="none" strike="noStrike">
              <a:solidFill>
                <a:srgbClr val="000000"/>
              </a:solidFill>
              <a:effectLst/>
              <a:uFillTx/>
              <a:latin typeface="OpenSymbol"/>
            </a:endParaRPr>
          </a:p>
        </p:txBody>
      </p:sp>
      <p:sp>
        <p:nvSpPr>
          <p:cNvPr id="150" name="Rectangle 149"/>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Open Sans"/>
              </a:rPr>
              <a:t>The automation script performs a keyword search for laptops on Amazon and programmatically applies filters to isolate laptops under the limited-time deal category. This ensures that only relevant, discounted items are retrieved, improving test accuracy and efficiency by focusing on time-sensitive offers and potential deals valuable to users.</a:t>
            </a:r>
            <a:endParaRPr lang="en-US" sz="1200" b="0" u="none" strike="noStrike">
              <a:solidFill>
                <a:srgbClr val="000000"/>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Rectangle 150"/>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3000" b="1" u="none" strike="noStrike">
                <a:solidFill>
                  <a:schemeClr val="dk1"/>
                </a:solidFill>
                <a:effectLst/>
                <a:uFillTx/>
                <a:latin typeface="Raleway"/>
              </a:rPr>
              <a:t>Displaying Top 10 Laptops </a:t>
            </a:r>
            <a:r>
              <a:rPr lang="en-US" sz="3000" b="0" u="none" strike="noStrike">
                <a:solidFill>
                  <a:schemeClr val="dk1"/>
                </a:solidFill>
                <a:effectLst/>
                <a:uFillTx/>
                <a:latin typeface="Raleway Medium"/>
              </a:rPr>
              <a:t>by Discount Percentage</a:t>
            </a:r>
            <a:endParaRPr lang="en-US" sz="3000" b="0" u="none" strike="noStrike">
              <a:solidFill>
                <a:srgbClr val="000000"/>
              </a:solidFill>
              <a:effectLst/>
              <a:uFillTx/>
              <a:latin typeface="OpenSymbol"/>
            </a:endParaRPr>
          </a:p>
        </p:txBody>
      </p:sp>
      <p:sp>
        <p:nvSpPr>
          <p:cNvPr id="152" name="Rectangle 151"/>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Open Sans"/>
              </a:rPr>
              <a:t>After filtering, the script collects data on laptops’ prices and discounts, sorts the list in descending order based on discount percentage, and extracts the top 10 entries. This ranking helps highlight the best deals, providing clear insights into which products offer the greatest savings at that moment.</a:t>
            </a:r>
            <a:endParaRPr lang="en-US" sz="1200" b="0" u="none" strike="noStrike">
              <a:solidFill>
                <a:srgbClr val="000000"/>
              </a:solidFill>
              <a:effectLst/>
              <a:uFillTx/>
              <a:latin typeface="OpenSymbol"/>
            </a:endParaRPr>
          </a:p>
        </p:txBody>
      </p:sp>
      <p:pic>
        <p:nvPicPr>
          <p:cNvPr id="153" name="image698da6e0125f7" descr="image698da6e0125fb"/>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923760" y="1247760"/>
            <a:ext cx="4885920" cy="1323720"/>
          </a:xfrm>
          <a:prstGeom prst="rect">
            <a:avLst/>
          </a:prstGeom>
          <a:noFill/>
          <a:ln w="0">
            <a:noFill/>
          </a:ln>
        </p:spPr>
        <p:txBody>
          <a:bodyPr lIns="91440" tIns="91440" rIns="91440" bIns="91440" anchor="b">
            <a:normAutofit fontScale="77500" lnSpcReduction="19999"/>
          </a:bodyPr>
          <a:lstStyle/>
          <a:p>
            <a:pPr indent="0">
              <a:lnSpc>
                <a:spcPct val="100000"/>
              </a:lnSpc>
              <a:buNone/>
              <a:tabLst>
                <a:tab pos="0" algn="l"/>
              </a:tabLst>
            </a:pPr>
            <a:r>
              <a:rPr lang="en-US" sz="4000" b="1" u="none" strike="noStrike">
                <a:solidFill>
                  <a:schemeClr val="dk1"/>
                </a:solidFill>
                <a:effectLst/>
                <a:uFillTx/>
                <a:latin typeface="Raleway"/>
                <a:ea typeface="Raleway"/>
              </a:rPr>
              <a:t>Integration of Logs and Allure </a:t>
            </a:r>
            <a:r>
              <a:rPr lang="en-US" sz="4000" b="0" u="none" strike="noStrike">
                <a:solidFill>
                  <a:schemeClr val="dk1"/>
                </a:solidFill>
                <a:effectLst/>
                <a:uFillTx/>
                <a:latin typeface="Raleway"/>
                <a:ea typeface="Raleway"/>
              </a:rPr>
              <a:t>Report for Test Results</a:t>
            </a:r>
            <a:endParaRPr lang="fr-FR" sz="4000" b="0" u="none" strike="noStrike">
              <a:solidFill>
                <a:schemeClr val="dk1"/>
              </a:solidFill>
              <a:effectLst/>
              <a:uFillTx/>
              <a:latin typeface="Arial"/>
            </a:endParaRPr>
          </a:p>
        </p:txBody>
      </p:sp>
      <p:sp>
        <p:nvSpPr>
          <p:cNvPr id="155" name="PlaceHolder 2"/>
          <p:cNvSpPr>
            <a:spLocks noGrp="1"/>
          </p:cNvSpPr>
          <p:nvPr>
            <p:ph type="subTitle"/>
          </p:nvPr>
        </p:nvSpPr>
        <p:spPr>
          <a:xfrm>
            <a:off x="923760" y="2647800"/>
            <a:ext cx="4885920" cy="1171080"/>
          </a:xfrm>
          <a:prstGeom prst="rect">
            <a:avLst/>
          </a:prstGeom>
          <a:noFill/>
          <a:ln w="0">
            <a:noFill/>
          </a:ln>
        </p:spPr>
        <p:txBody>
          <a:bodyPr lIns="91440" tIns="91440" rIns="91440" bIns="91440" anchor="t">
            <a:normAutofit fontScale="70000" lnSpcReduction="19999"/>
          </a:bodyPr>
          <a:lstStyle/>
          <a:p>
            <a:pPr indent="0">
              <a:lnSpc>
                <a:spcPct val="150000"/>
              </a:lnSpc>
              <a:buNone/>
              <a:tabLst>
                <a:tab pos="0" algn="l"/>
              </a:tabLst>
            </a:pPr>
            <a:r>
              <a:rPr lang="en-US" sz="1600" b="0" u="none" strike="noStrike">
                <a:solidFill>
                  <a:schemeClr val="dk1"/>
                </a:solidFill>
                <a:effectLst/>
                <a:uFillTx/>
                <a:latin typeface="Open Sans"/>
                <a:ea typeface="Open Sans"/>
              </a:rPr>
              <a:t>Comprehensive logging is embedded throughout the test process to track execution flow and capture any issues. Results are compiled into an Allure report, delivering a detailed, user-friendly visualization of test outcomes, including passed, failed cases, and screenshots, enhancing debugging and auditability for stakeholders.</a:t>
            </a:r>
            <a:endParaRPr lang="en-US" sz="1600" b="0" u="none" strike="noStrike">
              <a:solidFill>
                <a:srgbClr val="000000"/>
              </a:solidFill>
              <a:effectLst/>
              <a:uFillTx/>
              <a:latin typeface="OpenSymbol"/>
            </a:endParaRPr>
          </a:p>
        </p:txBody>
      </p:sp>
      <p:grpSp>
        <p:nvGrpSpPr>
          <p:cNvPr id="156" name="Google Shape;224;p31"/>
          <p:cNvGrpSpPr/>
          <p:nvPr/>
        </p:nvGrpSpPr>
        <p:grpSpPr>
          <a:xfrm>
            <a:off x="6610320" y="1622520"/>
            <a:ext cx="1666800" cy="1972800"/>
            <a:chOff x="6610320" y="1622520"/>
            <a:chExt cx="1666800" cy="1972800"/>
          </a:xfrm>
        </p:grpSpPr>
        <p:sp>
          <p:nvSpPr>
            <p:cNvPr id="157" name="Google Shape;225;p31"/>
            <p:cNvSpPr/>
            <p:nvPr/>
          </p:nvSpPr>
          <p:spPr>
            <a:xfrm>
              <a:off x="6937200" y="1622520"/>
              <a:ext cx="1339920" cy="133992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58" name="Google Shape;226;p31"/>
            <p:cNvCxnSpPr/>
            <p:nvPr/>
          </p:nvCxnSpPr>
          <p:spPr>
            <a:xfrm flipV="1">
              <a:off x="6610320" y="2687760"/>
              <a:ext cx="907920" cy="907920"/>
            </a:xfrm>
            <a:prstGeom prst="straightConnector1">
              <a:avLst/>
            </a:prstGeom>
            <a:ln w="9525">
              <a:solidFill>
                <a:srgbClr val="000000"/>
              </a:solidFill>
              <a:roun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923760" y="1247760"/>
            <a:ext cx="4885920" cy="13237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000" b="1" u="none" strike="noStrike">
                <a:solidFill>
                  <a:schemeClr val="dk1"/>
                </a:solidFill>
                <a:effectLst/>
                <a:uFillTx/>
                <a:latin typeface="Raleway"/>
                <a:ea typeface="Raleway"/>
              </a:rPr>
              <a:t>Conclusions </a:t>
            </a:r>
            <a:endParaRPr lang="fr-FR" sz="4000" b="0" u="none" strike="noStrike">
              <a:solidFill>
                <a:schemeClr val="dk1"/>
              </a:solidFill>
              <a:effectLst/>
              <a:uFillTx/>
              <a:latin typeface="Arial"/>
            </a:endParaRPr>
          </a:p>
        </p:txBody>
      </p:sp>
      <p:sp>
        <p:nvSpPr>
          <p:cNvPr id="160" name="PlaceHolder 2"/>
          <p:cNvSpPr>
            <a:spLocks noGrp="1"/>
          </p:cNvSpPr>
          <p:nvPr>
            <p:ph type="subTitle"/>
          </p:nvPr>
        </p:nvSpPr>
        <p:spPr>
          <a:xfrm>
            <a:off x="923760" y="2647800"/>
            <a:ext cx="4885920" cy="1171080"/>
          </a:xfrm>
          <a:prstGeom prst="rect">
            <a:avLst/>
          </a:prstGeom>
          <a:noFill/>
          <a:ln w="0">
            <a:noFill/>
          </a:ln>
        </p:spPr>
        <p:txBody>
          <a:bodyPr lIns="91440" tIns="91440" rIns="91440" bIns="91440" anchor="t">
            <a:normAutofit fontScale="62500" lnSpcReduction="19999"/>
          </a:bodyPr>
          <a:lstStyle/>
          <a:p>
            <a:pPr indent="0">
              <a:lnSpc>
                <a:spcPct val="150000"/>
              </a:lnSpc>
              <a:buNone/>
              <a:tabLst>
                <a:tab pos="0" algn="l"/>
              </a:tabLst>
            </a:pPr>
            <a:r>
              <a:rPr lang="en-US" sz="1600" b="0" u="none" strike="noStrike">
                <a:solidFill>
                  <a:schemeClr val="dk1"/>
                </a:solidFill>
                <a:effectLst/>
                <a:uFillTx/>
                <a:latin typeface="Open Sans"/>
                <a:ea typeface="Open Sans"/>
              </a:rPr>
              <a:t>This project successfully demonstrates how </a:t>
            </a:r>
            <a:r>
              <a:rPr lang="en-US" sz="1600" b="1" u="none" strike="noStrike">
                <a:solidFill>
                  <a:schemeClr val="dk1"/>
                </a:solidFill>
                <a:effectLst/>
                <a:uFillTx/>
                <a:latin typeface="Open Sans"/>
                <a:ea typeface="Open Sans"/>
              </a:rPr>
              <a:t>Selenium</a:t>
            </a:r>
            <a:r>
              <a:rPr lang="en-US" sz="1600" b="0" u="none" strike="noStrike">
                <a:solidFill>
                  <a:schemeClr val="dk1"/>
                </a:solidFill>
                <a:effectLst/>
                <a:uFillTx/>
                <a:latin typeface="Open Sans"/>
                <a:ea typeface="Open Sans"/>
              </a:rPr>
              <a:t> and </a:t>
            </a:r>
            <a:r>
              <a:rPr lang="en-US" sz="1600" b="1" u="none" strike="noStrike">
                <a:solidFill>
                  <a:schemeClr val="dk1"/>
                </a:solidFill>
                <a:effectLst/>
                <a:uFillTx/>
                <a:latin typeface="Open Sans"/>
                <a:ea typeface="Open Sans"/>
              </a:rPr>
              <a:t>Cucumber</a:t>
            </a:r>
            <a:r>
              <a:rPr lang="en-US" sz="1600" b="0" u="none" strike="noStrike">
                <a:solidFill>
                  <a:schemeClr val="dk1"/>
                </a:solidFill>
                <a:effectLst/>
                <a:uFillTx/>
                <a:latin typeface="Open Sans"/>
                <a:ea typeface="Open Sans"/>
              </a:rPr>
              <a:t> can be integrated to automate complex e-commerce workflows, such as searching, filtering, and ranking laptop deals on Amazon. The use of </a:t>
            </a:r>
            <a:r>
              <a:rPr lang="en-US" sz="1600" b="1" u="none" strike="noStrike">
                <a:solidFill>
                  <a:schemeClr val="dk1"/>
                </a:solidFill>
                <a:effectLst/>
                <a:uFillTx/>
                <a:latin typeface="Open Sans"/>
                <a:ea typeface="Open Sans"/>
              </a:rPr>
              <a:t>Gherkin</a:t>
            </a:r>
            <a:r>
              <a:rPr lang="en-US" sz="1600" b="0" u="none" strike="noStrike">
                <a:solidFill>
                  <a:schemeClr val="dk1"/>
                </a:solidFill>
                <a:effectLst/>
                <a:uFillTx/>
                <a:latin typeface="Open Sans"/>
                <a:ea typeface="Open Sans"/>
              </a:rPr>
              <a:t> makes test scenarios clear and maintainable, while integrated logging and Allure reporting provide robust insights into testing results, ensuring reliability and transparency.</a:t>
            </a:r>
            <a:endParaRPr lang="en-US" sz="1600" b="0" u="none" strike="noStrike">
              <a:solidFill>
                <a:srgbClr val="000000"/>
              </a:solidFill>
              <a:effectLst/>
              <a:uFillTx/>
              <a:latin typeface="OpenSymbol"/>
            </a:endParaRPr>
          </a:p>
        </p:txBody>
      </p:sp>
      <p:grpSp>
        <p:nvGrpSpPr>
          <p:cNvPr id="161" name="Google Shape;224;p31"/>
          <p:cNvGrpSpPr/>
          <p:nvPr/>
        </p:nvGrpSpPr>
        <p:grpSpPr>
          <a:xfrm>
            <a:off x="6610320" y="1622520"/>
            <a:ext cx="1666800" cy="1972800"/>
            <a:chOff x="6610320" y="1622520"/>
            <a:chExt cx="1666800" cy="1972800"/>
          </a:xfrm>
        </p:grpSpPr>
        <p:sp>
          <p:nvSpPr>
            <p:cNvPr id="162" name="Google Shape;225;p31"/>
            <p:cNvSpPr/>
            <p:nvPr/>
          </p:nvSpPr>
          <p:spPr>
            <a:xfrm>
              <a:off x="6937200" y="1622520"/>
              <a:ext cx="1339920" cy="1339920"/>
            </a:xfrm>
            <a:prstGeom prst="ellipse">
              <a:avLst/>
            </a:prstGeom>
            <a:noFill/>
            <a:ln w="9525">
              <a:solidFill>
                <a:srgbClr val="000000"/>
              </a:solidFill>
              <a:round/>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163" name="Google Shape;226;p31"/>
            <p:cNvCxnSpPr/>
            <p:nvPr/>
          </p:nvCxnSpPr>
          <p:spPr>
            <a:xfrm flipV="1">
              <a:off x="6610320" y="2687760"/>
              <a:ext cx="907920" cy="907920"/>
            </a:xfrm>
            <a:prstGeom prst="straightConnector1">
              <a:avLst/>
            </a:prstGeom>
            <a:ln w="9525">
              <a:solidFill>
                <a:srgbClr val="000000"/>
              </a:solidFill>
              <a:roun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Google Shape;435;p46"/>
          <p:cNvSpPr/>
          <p:nvPr/>
        </p:nvSpPr>
        <p:spPr>
          <a:xfrm>
            <a:off x="4371840" y="3124080"/>
            <a:ext cx="399600" cy="399600"/>
          </a:xfrm>
          <a:prstGeom prst="rect">
            <a:avLst/>
          </a:prstGeom>
          <a:noFill/>
          <a:ln w="0">
            <a:noFill/>
          </a:ln>
        </p:spPr>
        <p:style>
          <a:lnRef idx="0">
            <a:scrgbClr r="0" g="0" b="0"/>
          </a:lnRef>
          <a:fillRef idx="0">
            <a:scrgbClr r="0" g="0" b="0"/>
          </a:fillRef>
          <a:effectRef idx="0">
            <a:scrgbClr r="0" g="0" b="0"/>
          </a:effectRef>
          <a:fontRef idx="minor"/>
        </p:style>
        <p:txBody>
          <a:bodyPr lIns="870823080" tIns="199800" rIns="870823080" bIns="19980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165" name="Google Shape;436;p46"/>
          <p:cNvSpPr/>
          <p:nvPr/>
        </p:nvSpPr>
        <p:spPr>
          <a:xfrm>
            <a:off x="4867200" y="3124080"/>
            <a:ext cx="399600" cy="399600"/>
          </a:xfrm>
          <a:prstGeom prst="rect">
            <a:avLst/>
          </a:prstGeom>
          <a:noFill/>
          <a:ln w="0">
            <a:noFill/>
          </a:ln>
        </p:spPr>
        <p:style>
          <a:lnRef idx="0">
            <a:scrgbClr r="0" g="0" b="0"/>
          </a:lnRef>
          <a:fillRef idx="0">
            <a:scrgbClr r="0" g="0" b="0"/>
          </a:fillRef>
          <a:effectRef idx="0">
            <a:scrgbClr r="0" g="0" b="0"/>
          </a:effectRef>
          <a:fontRef idx="minor"/>
        </p:style>
        <p:txBody>
          <a:bodyPr lIns="870823080" tIns="199800" rIns="870823080" bIns="19980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
        <p:nvSpPr>
          <p:cNvPr id="166" name="PlaceHolder 1"/>
          <p:cNvSpPr>
            <a:spLocks noGrp="1"/>
          </p:cNvSpPr>
          <p:nvPr>
            <p:ph type="title"/>
          </p:nvPr>
        </p:nvSpPr>
        <p:spPr>
          <a:xfrm>
            <a:off x="2202660" y="-1260"/>
            <a:ext cx="4895640" cy="2377800"/>
          </a:xfrm>
          <a:prstGeom prst="rect">
            <a:avLst/>
          </a:prstGeom>
          <a:noFill/>
          <a:ln w="0">
            <a:noFill/>
          </a:ln>
        </p:spPr>
        <p:txBody>
          <a:bodyPr lIns="91440" tIns="91440" rIns="91440" bIns="91440" anchor="ctr">
            <a:spAutoFit/>
          </a:bodyPr>
          <a:lstStyle/>
          <a:p>
            <a:pPr indent="0" algn="ctr">
              <a:lnSpc>
                <a:spcPct val="100000"/>
              </a:lnSpc>
              <a:buNone/>
              <a:tabLst>
                <a:tab pos="0" algn="l"/>
              </a:tabLst>
            </a:pPr>
            <a:r>
              <a:rPr lang="en" sz="7200" b="1" u="none" strike="noStrike">
                <a:solidFill>
                  <a:schemeClr val="dk1"/>
                </a:solidFill>
                <a:effectLst/>
                <a:uFillTx/>
                <a:latin typeface="Raleway"/>
                <a:ea typeface="Raleway"/>
              </a:rPr>
              <a:t>Thanks!</a:t>
            </a:r>
            <a:endParaRPr lang="fr-FR" sz="7200" b="0" u="none" strike="noStrike">
              <a:solidFill>
                <a:schemeClr val="dk1"/>
              </a:solidFill>
              <a:effectLst/>
              <a:uFillTx/>
              <a:latin typeface="Arial"/>
            </a:endParaRPr>
          </a:p>
        </p:txBody>
      </p:sp>
      <p:sp>
        <p:nvSpPr>
          <p:cNvPr id="167" name="PlaceHolder 2"/>
          <p:cNvSpPr>
            <a:spLocks noGrp="1"/>
          </p:cNvSpPr>
          <p:nvPr>
            <p:ph type="subTitle"/>
          </p:nvPr>
        </p:nvSpPr>
        <p:spPr>
          <a:xfrm>
            <a:off x="3319020" y="1814945"/>
            <a:ext cx="2904840" cy="1297791"/>
          </a:xfrm>
          <a:prstGeom prst="rect">
            <a:avLst/>
          </a:prstGeom>
          <a:noFill/>
          <a:ln w="0">
            <a:noFill/>
          </a:ln>
        </p:spPr>
        <p:txBody>
          <a:bodyPr lIns="91440" tIns="91440" rIns="91440" bIns="91440" anchor="ctr">
            <a:spAutoFit/>
          </a:bodyPr>
          <a:lstStyle/>
          <a:p>
            <a:pPr indent="0" algn="ctr">
              <a:lnSpc>
                <a:spcPct val="100000"/>
              </a:lnSpc>
              <a:buNone/>
              <a:tabLst>
                <a:tab pos="0" algn="l"/>
              </a:tabLst>
            </a:pPr>
            <a:endParaRPr lang="en-US" sz="1600" b="0" u="none" strike="noStrike" dirty="0">
              <a:solidFill>
                <a:srgbClr val="000000"/>
              </a:solidFill>
              <a:effectLst/>
              <a:uFillTx/>
              <a:latin typeface="OpenSymbol"/>
            </a:endParaRPr>
          </a:p>
          <a:p>
            <a:pPr indent="0" algn="ctr">
              <a:lnSpc>
                <a:spcPct val="100000"/>
              </a:lnSpc>
              <a:spcBef>
                <a:spcPts val="1001"/>
              </a:spcBef>
              <a:buNone/>
              <a:tabLst>
                <a:tab pos="0" algn="l"/>
              </a:tabLst>
            </a:pPr>
            <a:r>
              <a:rPr lang="en-IN" sz="1600" dirty="0" err="1">
                <a:solidFill>
                  <a:schemeClr val="dk1"/>
                </a:solidFill>
                <a:latin typeface="Open Sans"/>
                <a:ea typeface="Open Sans"/>
              </a:rPr>
              <a:t>Ashmeet</a:t>
            </a:r>
            <a:r>
              <a:rPr lang="en-IN" sz="1600" dirty="0">
                <a:solidFill>
                  <a:schemeClr val="dk1"/>
                </a:solidFill>
                <a:latin typeface="Open Sans"/>
                <a:ea typeface="Open Sans"/>
              </a:rPr>
              <a:t> Kaur</a:t>
            </a:r>
            <a:r>
              <a:rPr lang="en" sz="1600" b="0" u="none" strike="noStrike" dirty="0">
                <a:solidFill>
                  <a:schemeClr val="dk1"/>
                </a:solidFill>
                <a:effectLst/>
                <a:uFillTx/>
                <a:latin typeface="Open Sans"/>
                <a:ea typeface="Open Sans"/>
              </a:rPr>
              <a:t> </a:t>
            </a:r>
            <a:endParaRPr lang="en-US" sz="1600" b="0" u="none" strike="noStrike" dirty="0">
              <a:solidFill>
                <a:srgbClr val="000000"/>
              </a:solidFill>
              <a:effectLst/>
              <a:uFillTx/>
              <a:latin typeface="OpenSymbol"/>
            </a:endParaRPr>
          </a:p>
          <a:p>
            <a:pPr indent="0" algn="ctr">
              <a:lnSpc>
                <a:spcPct val="100000"/>
              </a:lnSpc>
              <a:buNone/>
              <a:tabLst>
                <a:tab pos="0" algn="l"/>
              </a:tabLst>
            </a:pPr>
            <a:endParaRPr lang="en-US" sz="1600" b="0" u="none" strike="noStrike" dirty="0">
              <a:solidFill>
                <a:srgbClr val="000000"/>
              </a:solidFill>
              <a:effectLst/>
              <a:uFillTx/>
              <a:latin typeface="OpenSymbol"/>
            </a:endParaRPr>
          </a:p>
          <a:p>
            <a:pPr indent="0" algn="ctr">
              <a:lnSpc>
                <a:spcPct val="100000"/>
              </a:lnSpc>
              <a:buNone/>
              <a:tabLst>
                <a:tab pos="0" algn="l"/>
              </a:tabLst>
            </a:pPr>
            <a:r>
              <a:rPr lang="en-IN" sz="1600" dirty="0">
                <a:solidFill>
                  <a:schemeClr val="dk1"/>
                </a:solidFill>
                <a:latin typeface="Open Sans"/>
                <a:ea typeface="Open Sans"/>
              </a:rPr>
              <a:t>Submitted to :</a:t>
            </a:r>
            <a:r>
              <a:rPr lang="en-IN" sz="1600" dirty="0" err="1">
                <a:solidFill>
                  <a:schemeClr val="dk1"/>
                </a:solidFill>
                <a:latin typeface="Open Sans"/>
                <a:ea typeface="Open Sans"/>
              </a:rPr>
              <a:t>Ms.priyanka</a:t>
            </a:r>
            <a:r>
              <a:rPr lang="en-IN" sz="1600" dirty="0">
                <a:solidFill>
                  <a:schemeClr val="dk1"/>
                </a:solidFill>
                <a:latin typeface="Open Sans"/>
                <a:ea typeface="Open Sans"/>
              </a:rPr>
              <a:t> </a:t>
            </a:r>
            <a:endParaRPr lang="en-US" sz="1600" b="0" u="none" strike="noStrike" dirty="0">
              <a:solidFill>
                <a:srgbClr val="000000"/>
              </a:solidFill>
              <a:effectLst/>
              <a:uFillTx/>
              <a:latin typeface="OpenSymbol"/>
            </a:endParaRPr>
          </a:p>
        </p:txBody>
      </p:sp>
      <p:sp>
        <p:nvSpPr>
          <p:cNvPr id="177" name="Google Shape;448;p46"/>
          <p:cNvSpPr/>
          <p:nvPr/>
        </p:nvSpPr>
        <p:spPr>
          <a:xfrm>
            <a:off x="3876840" y="3124080"/>
            <a:ext cx="399600" cy="399600"/>
          </a:xfrm>
          <a:prstGeom prst="rect">
            <a:avLst/>
          </a:prstGeom>
          <a:noFill/>
          <a:ln w="0">
            <a:noFill/>
          </a:ln>
        </p:spPr>
        <p:style>
          <a:lnRef idx="0">
            <a:scrgbClr r="0" g="0" b="0"/>
          </a:lnRef>
          <a:fillRef idx="0">
            <a:scrgbClr r="0" g="0" b="0"/>
          </a:fillRef>
          <a:effectRef idx="0">
            <a:scrgbClr r="0" g="0" b="0"/>
          </a:effectRef>
          <a:fontRef idx="minor"/>
        </p:style>
        <p:txBody>
          <a:bodyPr lIns="870823080" tIns="199800" rIns="870823080" bIns="199800" anchor="t">
            <a:spAutoFit/>
          </a:bodyPr>
          <a:lstStyle/>
          <a:p>
            <a:pPr defTabSz="914400">
              <a:lnSpc>
                <a:spcPct val="100000"/>
              </a:lnSpc>
              <a:tabLst>
                <a:tab pos="0" algn="l"/>
              </a:tabLst>
            </a:pPr>
            <a:endParaRPr lang="fr-FR" sz="1800" b="0" u="none" strike="noStrike">
              <a:solidFill>
                <a:schemeClr val="dk1"/>
              </a:solidFill>
              <a:effectLst/>
              <a:uFillTx/>
              <a:latin typeface="Arial"/>
            </a:endParaRPr>
          </a:p>
        </p:txBody>
      </p:sp>
    </p:spTree>
  </p:cSld>
  <p:clrMapOvr>
    <a:masterClrMapping/>
  </p:clrMapOvr>
</p:sld>
</file>

<file path=ppt/theme/theme1.xml><?xml version="1.0" encoding="utf-8"?>
<a:theme xmlns:a="http://schemas.openxmlformats.org/drawingml/2006/main" name="Profit and Loss Statement Consulting by Slidesgo">
  <a:themeElements>
    <a:clrScheme name="Simple Light">
      <a:dk1>
        <a:srgbClr val="000000"/>
      </a:dk1>
      <a:lt1>
        <a:srgbClr val="E9E9E9"/>
      </a:lt1>
      <a:dk2>
        <a:srgbClr val="514DA2"/>
      </a:dk2>
      <a:lt2>
        <a:srgbClr val="C597BE"/>
      </a:lt2>
      <a:accent1>
        <a:srgbClr val="E7BFB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Profit and Loss Statement Consulting by Slidesgo">
  <a:themeElements>
    <a:clrScheme name="Simple Light">
      <a:dk1>
        <a:srgbClr val="000000"/>
      </a:dk1>
      <a:lt1>
        <a:srgbClr val="E9E9E9"/>
      </a:lt1>
      <a:dk2>
        <a:srgbClr val="514DA2"/>
      </a:dk2>
      <a:lt2>
        <a:srgbClr val="C597BE"/>
      </a:lt2>
      <a:accent1>
        <a:srgbClr val="E7BFB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Profit and Loss Statement Consulting by Slidesgo">
  <a:themeElements>
    <a:clrScheme name="Simple Light">
      <a:dk1>
        <a:srgbClr val="000000"/>
      </a:dk1>
      <a:lt1>
        <a:srgbClr val="E9E9E9"/>
      </a:lt1>
      <a:dk2>
        <a:srgbClr val="514DA2"/>
      </a:dk2>
      <a:lt2>
        <a:srgbClr val="C597BE"/>
      </a:lt2>
      <a:accent1>
        <a:srgbClr val="E7BFB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(16:9)</PresentationFormat>
  <Slides>12</Slides>
  <Notes>0</Notes>
  <HiddenSlides>0</HiddenSlides>
  <ScaleCrop>false</ScaleCrop>
  <HeadingPairs>
    <vt:vector size="4" baseType="variant">
      <vt:variant>
        <vt:lpstr>Theme</vt:lpstr>
      </vt:variant>
      <vt:variant>
        <vt:i4>4</vt:i4>
      </vt:variant>
      <vt:variant>
        <vt:lpstr>Slide Titles</vt:lpstr>
      </vt:variant>
      <vt:variant>
        <vt:i4>12</vt:i4>
      </vt:variant>
    </vt:vector>
  </HeadingPairs>
  <TitlesOfParts>
    <vt:vector size="16" baseType="lpstr">
      <vt:lpstr>Profit and Loss Statement Consulting by Slidesgo</vt:lpstr>
      <vt:lpstr>Profit and Loss Statement Consulting by Slidesgo</vt:lpstr>
      <vt:lpstr>Profit and Loss Statement Consulting by Slidesgo</vt:lpstr>
      <vt:lpstr>Slidesgo Final Pages</vt:lpstr>
      <vt:lpstr>Selenium Project</vt:lpstr>
      <vt:lpstr>Introduction </vt:lpstr>
      <vt:lpstr>PowerPoint Presentation</vt:lpstr>
      <vt:lpstr>Introduction to Selenium and Cucumber</vt:lpstr>
      <vt:lpstr>PowerPoint Presentation</vt:lpstr>
      <vt:lpstr>Setting Up the Amazon Laptop Search Scenario</vt:lpstr>
      <vt:lpstr>PowerPoint Presentation</vt:lpstr>
      <vt:lpstr>PowerPoint Presentation</vt:lpstr>
      <vt:lpstr>PowerPoint Presentation</vt:lpstr>
      <vt:lpstr>Integration of Logs and Allure Report for Test Results</vt:lpstr>
      <vt:lpstr>Conclusions </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Selenium Project</dc:title>
  <cp:lastModifiedBy>Ashmeet Kaur</cp:lastModifiedBy>
  <cp:revision>1</cp:revision>
  <dcterms:modified xsi:type="dcterms:W3CDTF">2026-02-13T18:39:33Z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2026-02-12T10:09:29Z</dcterms:created>
  <dc:creator>Unknown Creator</dc:creator>
  <dc:description/>
  <dc:language>en-US</dc:language>
  <cp:lastModifiedBy>Unknown Creator</cp:lastModifiedBy>
  <dcterms:modified xsi:type="dcterms:W3CDTF">2026-02-12T10:09:29Z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